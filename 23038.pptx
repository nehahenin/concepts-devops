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74" r:id="rId5"/>
    <p:sldId id="275" r:id="rId6"/>
    <p:sldId id="273" r:id="rId7"/>
    <p:sldId id="284" r:id="rId8"/>
    <p:sldId id="260" r:id="rId9"/>
    <p:sldId id="261" r:id="rId10"/>
    <p:sldId id="283" r:id="rId11"/>
    <p:sldId id="285" r:id="rId12"/>
    <p:sldId id="262" r:id="rId13"/>
    <p:sldId id="272"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3A0F8B-393E-4B06-B186-DD5F904A13E7}" v="12" dt="2025-05-29T03:30:59.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1" d="100"/>
          <a:sy n="101" d="100"/>
        </p:scale>
        <p:origin x="132" y="186"/>
      </p:cViewPr>
      <p:guideLst>
        <p:guide orient="horz" pos="2880"/>
        <p:guide pos="21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ha Henin" userId="e9b7af8b853c90ff" providerId="LiveId" clId="{0A3A0F8B-393E-4B06-B186-DD5F904A13E7}"/>
    <pc:docChg chg="custSel modSld">
      <pc:chgData name="Neha Henin" userId="e9b7af8b853c90ff" providerId="LiveId" clId="{0A3A0F8B-393E-4B06-B186-DD5F904A13E7}" dt="2025-05-29T03:31:41.653" v="84" actId="20577"/>
      <pc:docMkLst>
        <pc:docMk/>
      </pc:docMkLst>
      <pc:sldChg chg="addSp delSp modSp mod">
        <pc:chgData name="Neha Henin" userId="e9b7af8b853c90ff" providerId="LiveId" clId="{0A3A0F8B-393E-4B06-B186-DD5F904A13E7}" dt="2025-05-29T03:31:41.653" v="84" actId="20577"/>
        <pc:sldMkLst>
          <pc:docMk/>
          <pc:sldMk cId="0" sldId="256"/>
        </pc:sldMkLst>
        <pc:spChg chg="mod">
          <ac:chgData name="Neha Henin" userId="e9b7af8b853c90ff" providerId="LiveId" clId="{0A3A0F8B-393E-4B06-B186-DD5F904A13E7}" dt="2025-05-29T03:31:41.653" v="84" actId="20577"/>
          <ac:spMkLst>
            <pc:docMk/>
            <pc:sldMk cId="0" sldId="256"/>
            <ac:spMk id="2" creationId="{00000000-0000-0000-0000-000000000000}"/>
          </ac:spMkLst>
        </pc:spChg>
        <pc:picChg chg="add mod">
          <ac:chgData name="Neha Henin" userId="e9b7af8b853c90ff" providerId="LiveId" clId="{0A3A0F8B-393E-4B06-B186-DD5F904A13E7}" dt="2025-05-29T03:28:49.263" v="47" actId="1076"/>
          <ac:picMkLst>
            <pc:docMk/>
            <pc:sldMk cId="0" sldId="256"/>
            <ac:picMk id="6" creationId="{D721B07F-3542-F3E1-2808-39E73F8E4A2B}"/>
          </ac:picMkLst>
        </pc:picChg>
        <pc:picChg chg="del">
          <ac:chgData name="Neha Henin" userId="e9b7af8b853c90ff" providerId="LiveId" clId="{0A3A0F8B-393E-4B06-B186-DD5F904A13E7}" dt="2025-05-29T03:28:32.567" v="45" actId="478"/>
          <ac:picMkLst>
            <pc:docMk/>
            <pc:sldMk cId="0" sldId="256"/>
            <ac:picMk id="7" creationId="{D61A4361-9C3C-F9B7-5704-764359794319}"/>
          </ac:picMkLst>
        </pc:picChg>
      </pc:sldChg>
      <pc:sldChg chg="addSp delSp modSp mod">
        <pc:chgData name="Neha Henin" userId="e9b7af8b853c90ff" providerId="LiveId" clId="{0A3A0F8B-393E-4B06-B186-DD5F904A13E7}" dt="2025-05-29T03:29:32.846" v="51" actId="1076"/>
        <pc:sldMkLst>
          <pc:docMk/>
          <pc:sldMk cId="0" sldId="257"/>
        </pc:sldMkLst>
        <pc:picChg chg="add mod">
          <ac:chgData name="Neha Henin" userId="e9b7af8b853c90ff" providerId="LiveId" clId="{0A3A0F8B-393E-4B06-B186-DD5F904A13E7}" dt="2025-05-29T03:29:32.846" v="51" actId="1076"/>
          <ac:picMkLst>
            <pc:docMk/>
            <pc:sldMk cId="0" sldId="257"/>
            <ac:picMk id="5" creationId="{791E4F12-7B8D-720D-13A0-E669C3CCC5FE}"/>
          </ac:picMkLst>
        </pc:picChg>
        <pc:picChg chg="del">
          <ac:chgData name="Neha Henin" userId="e9b7af8b853c90ff" providerId="LiveId" clId="{0A3A0F8B-393E-4B06-B186-DD5F904A13E7}" dt="2025-05-29T03:29:14.577" v="48" actId="478"/>
          <ac:picMkLst>
            <pc:docMk/>
            <pc:sldMk cId="0" sldId="257"/>
            <ac:picMk id="6" creationId="{EFB7A3F9-472A-0A8D-F240-BB16FA8522C0}"/>
          </ac:picMkLst>
        </pc:picChg>
      </pc:sldChg>
      <pc:sldChg chg="addSp delSp modSp mod">
        <pc:chgData name="Neha Henin" userId="e9b7af8b853c90ff" providerId="LiveId" clId="{0A3A0F8B-393E-4B06-B186-DD5F904A13E7}" dt="2025-05-29T03:29:41.650" v="53"/>
        <pc:sldMkLst>
          <pc:docMk/>
          <pc:sldMk cId="0" sldId="259"/>
        </pc:sldMkLst>
        <pc:picChg chg="del">
          <ac:chgData name="Neha Henin" userId="e9b7af8b853c90ff" providerId="LiveId" clId="{0A3A0F8B-393E-4B06-B186-DD5F904A13E7}" dt="2025-05-29T03:29:40.240" v="52" actId="478"/>
          <ac:picMkLst>
            <pc:docMk/>
            <pc:sldMk cId="0" sldId="259"/>
            <ac:picMk id="3" creationId="{1145C046-4770-BCE7-BC89-8208BB17D503}"/>
          </ac:picMkLst>
        </pc:picChg>
        <pc:picChg chg="add mod">
          <ac:chgData name="Neha Henin" userId="e9b7af8b853c90ff" providerId="LiveId" clId="{0A3A0F8B-393E-4B06-B186-DD5F904A13E7}" dt="2025-05-29T03:29:41.650" v="53"/>
          <ac:picMkLst>
            <pc:docMk/>
            <pc:sldMk cId="0" sldId="259"/>
            <ac:picMk id="5" creationId="{0AA9CA93-7E09-B11D-D0E6-40846F851632}"/>
          </ac:picMkLst>
        </pc:picChg>
      </pc:sldChg>
      <pc:sldChg chg="addSp delSp modSp mod">
        <pc:chgData name="Neha Henin" userId="e9b7af8b853c90ff" providerId="LiveId" clId="{0A3A0F8B-393E-4B06-B186-DD5F904A13E7}" dt="2025-05-29T03:30:30.086" v="71" actId="1076"/>
        <pc:sldMkLst>
          <pc:docMk/>
          <pc:sldMk cId="0" sldId="260"/>
        </pc:sldMkLst>
        <pc:picChg chg="add mod">
          <ac:chgData name="Neha Henin" userId="e9b7af8b853c90ff" providerId="LiveId" clId="{0A3A0F8B-393E-4B06-B186-DD5F904A13E7}" dt="2025-05-29T03:30:30.086" v="71" actId="1076"/>
          <ac:picMkLst>
            <pc:docMk/>
            <pc:sldMk cId="0" sldId="260"/>
            <ac:picMk id="4" creationId="{03C1A325-6044-8D8D-3E11-58DF2EAEC202}"/>
          </ac:picMkLst>
        </pc:picChg>
        <pc:picChg chg="del">
          <ac:chgData name="Neha Henin" userId="e9b7af8b853c90ff" providerId="LiveId" clId="{0A3A0F8B-393E-4B06-B186-DD5F904A13E7}" dt="2025-05-29T03:30:25.474" v="69" actId="478"/>
          <ac:picMkLst>
            <pc:docMk/>
            <pc:sldMk cId="0" sldId="260"/>
            <ac:picMk id="7" creationId="{586DC4E7-1A2A-6DDC-27B1-6B8A0F3A9785}"/>
          </ac:picMkLst>
        </pc:picChg>
      </pc:sldChg>
      <pc:sldChg chg="addSp delSp modSp mod">
        <pc:chgData name="Neha Henin" userId="e9b7af8b853c90ff" providerId="LiveId" clId="{0A3A0F8B-393E-4B06-B186-DD5F904A13E7}" dt="2025-05-29T03:30:38.652" v="74" actId="1076"/>
        <pc:sldMkLst>
          <pc:docMk/>
          <pc:sldMk cId="0" sldId="261"/>
        </pc:sldMkLst>
        <pc:picChg chg="del">
          <ac:chgData name="Neha Henin" userId="e9b7af8b853c90ff" providerId="LiveId" clId="{0A3A0F8B-393E-4B06-B186-DD5F904A13E7}" dt="2025-05-29T03:30:34.730" v="72" actId="478"/>
          <ac:picMkLst>
            <pc:docMk/>
            <pc:sldMk cId="0" sldId="261"/>
            <ac:picMk id="3" creationId="{5D1F6D2D-8E24-D135-E613-3E3E9AB5BD5B}"/>
          </ac:picMkLst>
        </pc:picChg>
        <pc:picChg chg="add mod">
          <ac:chgData name="Neha Henin" userId="e9b7af8b853c90ff" providerId="LiveId" clId="{0A3A0F8B-393E-4B06-B186-DD5F904A13E7}" dt="2025-05-29T03:30:38.652" v="74" actId="1076"/>
          <ac:picMkLst>
            <pc:docMk/>
            <pc:sldMk cId="0" sldId="261"/>
            <ac:picMk id="5" creationId="{4518329F-EB57-600E-8799-835E484CACA8}"/>
          </ac:picMkLst>
        </pc:picChg>
      </pc:sldChg>
      <pc:sldChg chg="addSp delSp modSp mod">
        <pc:chgData name="Neha Henin" userId="e9b7af8b853c90ff" providerId="LiveId" clId="{0A3A0F8B-393E-4B06-B186-DD5F904A13E7}" dt="2025-05-29T03:31:02.990" v="83" actId="1076"/>
        <pc:sldMkLst>
          <pc:docMk/>
          <pc:sldMk cId="0" sldId="262"/>
        </pc:sldMkLst>
        <pc:picChg chg="add mod">
          <ac:chgData name="Neha Henin" userId="e9b7af8b853c90ff" providerId="LiveId" clId="{0A3A0F8B-393E-4B06-B186-DD5F904A13E7}" dt="2025-05-29T03:31:02.990" v="83" actId="1076"/>
          <ac:picMkLst>
            <pc:docMk/>
            <pc:sldMk cId="0" sldId="262"/>
            <ac:picMk id="5" creationId="{F9EF765D-E047-5930-38AC-3E19D0E7FC3B}"/>
          </ac:picMkLst>
        </pc:picChg>
        <pc:picChg chg="del">
          <ac:chgData name="Neha Henin" userId="e9b7af8b853c90ff" providerId="LiveId" clId="{0A3A0F8B-393E-4B06-B186-DD5F904A13E7}" dt="2025-05-29T03:30:58.610" v="81" actId="478"/>
          <ac:picMkLst>
            <pc:docMk/>
            <pc:sldMk cId="0" sldId="262"/>
            <ac:picMk id="6" creationId="{AFCDD51C-7FBA-A6C2-E708-BC78FF35B1C3}"/>
          </ac:picMkLst>
        </pc:picChg>
      </pc:sldChg>
      <pc:sldChg chg="addSp delSp modSp mod">
        <pc:chgData name="Neha Henin" userId="e9b7af8b853c90ff" providerId="LiveId" clId="{0A3A0F8B-393E-4B06-B186-DD5F904A13E7}" dt="2025-05-29T03:30:13.540" v="66" actId="1035"/>
        <pc:sldMkLst>
          <pc:docMk/>
          <pc:sldMk cId="0" sldId="273"/>
        </pc:sldMkLst>
        <pc:picChg chg="del">
          <ac:chgData name="Neha Henin" userId="e9b7af8b853c90ff" providerId="LiveId" clId="{0A3A0F8B-393E-4B06-B186-DD5F904A13E7}" dt="2025-05-29T03:30:04.978" v="60" actId="478"/>
          <ac:picMkLst>
            <pc:docMk/>
            <pc:sldMk cId="0" sldId="273"/>
            <ac:picMk id="3" creationId="{3ED1F9B4-6752-7CD2-9755-D10CCD0C4C1B}"/>
          </ac:picMkLst>
        </pc:picChg>
        <pc:picChg chg="add mod">
          <ac:chgData name="Neha Henin" userId="e9b7af8b853c90ff" providerId="LiveId" clId="{0A3A0F8B-393E-4B06-B186-DD5F904A13E7}" dt="2025-05-29T03:30:13.540" v="66" actId="1035"/>
          <ac:picMkLst>
            <pc:docMk/>
            <pc:sldMk cId="0" sldId="273"/>
            <ac:picMk id="5" creationId="{02007981-6EFE-F2B5-DE9C-EDC81A19259F}"/>
          </ac:picMkLst>
        </pc:picChg>
      </pc:sldChg>
      <pc:sldChg chg="addSp delSp modSp mod">
        <pc:chgData name="Neha Henin" userId="e9b7af8b853c90ff" providerId="LiveId" clId="{0A3A0F8B-393E-4B06-B186-DD5F904A13E7}" dt="2025-05-29T03:29:52.496" v="56" actId="1076"/>
        <pc:sldMkLst>
          <pc:docMk/>
          <pc:sldMk cId="0" sldId="274"/>
        </pc:sldMkLst>
        <pc:picChg chg="del">
          <ac:chgData name="Neha Henin" userId="e9b7af8b853c90ff" providerId="LiveId" clId="{0A3A0F8B-393E-4B06-B186-DD5F904A13E7}" dt="2025-05-29T03:29:47.170" v="54" actId="478"/>
          <ac:picMkLst>
            <pc:docMk/>
            <pc:sldMk cId="0" sldId="274"/>
            <ac:picMk id="3" creationId="{4853D660-47F7-426B-EBDD-F3AE1339687B}"/>
          </ac:picMkLst>
        </pc:picChg>
        <pc:picChg chg="add mod">
          <ac:chgData name="Neha Henin" userId="e9b7af8b853c90ff" providerId="LiveId" clId="{0A3A0F8B-393E-4B06-B186-DD5F904A13E7}" dt="2025-05-29T03:29:52.496" v="56" actId="1076"/>
          <ac:picMkLst>
            <pc:docMk/>
            <pc:sldMk cId="0" sldId="274"/>
            <ac:picMk id="5" creationId="{CFF8E0C2-9208-26EC-4E6E-7FA28980EBF1}"/>
          </ac:picMkLst>
        </pc:picChg>
      </pc:sldChg>
      <pc:sldChg chg="addSp delSp modSp mod">
        <pc:chgData name="Neha Henin" userId="e9b7af8b853c90ff" providerId="LiveId" clId="{0A3A0F8B-393E-4B06-B186-DD5F904A13E7}" dt="2025-05-29T03:30:01.120" v="59" actId="1076"/>
        <pc:sldMkLst>
          <pc:docMk/>
          <pc:sldMk cId="0" sldId="275"/>
        </pc:sldMkLst>
        <pc:picChg chg="add mod">
          <ac:chgData name="Neha Henin" userId="e9b7af8b853c90ff" providerId="LiveId" clId="{0A3A0F8B-393E-4B06-B186-DD5F904A13E7}" dt="2025-05-29T03:30:01.120" v="59" actId="1076"/>
          <ac:picMkLst>
            <pc:docMk/>
            <pc:sldMk cId="0" sldId="275"/>
            <ac:picMk id="5" creationId="{6DDB5622-D52D-F155-7821-CEE1AF03E726}"/>
          </ac:picMkLst>
        </pc:picChg>
        <pc:picChg chg="del">
          <ac:chgData name="Neha Henin" userId="e9b7af8b853c90ff" providerId="LiveId" clId="{0A3A0F8B-393E-4B06-B186-DD5F904A13E7}" dt="2025-05-29T03:29:57.322" v="57" actId="478"/>
          <ac:picMkLst>
            <pc:docMk/>
            <pc:sldMk cId="0" sldId="275"/>
            <ac:picMk id="6" creationId="{806A2E87-35F0-F131-4A63-1CE372BFE8D9}"/>
          </ac:picMkLst>
        </pc:picChg>
      </pc:sldChg>
      <pc:sldChg chg="addSp delSp modSp mod">
        <pc:chgData name="Neha Henin" userId="e9b7af8b853c90ff" providerId="LiveId" clId="{0A3A0F8B-393E-4B06-B186-DD5F904A13E7}" dt="2025-05-29T03:30:45.390" v="77" actId="1076"/>
        <pc:sldMkLst>
          <pc:docMk/>
          <pc:sldMk cId="0" sldId="283"/>
        </pc:sldMkLst>
        <pc:picChg chg="add mod">
          <ac:chgData name="Neha Henin" userId="e9b7af8b853c90ff" providerId="LiveId" clId="{0A3A0F8B-393E-4B06-B186-DD5F904A13E7}" dt="2025-05-29T03:30:45.390" v="77" actId="1076"/>
          <ac:picMkLst>
            <pc:docMk/>
            <pc:sldMk cId="0" sldId="283"/>
            <ac:picMk id="3" creationId="{9DA4365D-88F3-DEA6-C129-F4AF756EBEE4}"/>
          </ac:picMkLst>
        </pc:picChg>
        <pc:picChg chg="del">
          <ac:chgData name="Neha Henin" userId="e9b7af8b853c90ff" providerId="LiveId" clId="{0A3A0F8B-393E-4B06-B186-DD5F904A13E7}" dt="2025-05-29T03:30:42.369" v="75" actId="478"/>
          <ac:picMkLst>
            <pc:docMk/>
            <pc:sldMk cId="0" sldId="283"/>
            <ac:picMk id="6" creationId="{9380C026-1751-AF7A-446A-1623AD6DADBD}"/>
          </ac:picMkLst>
        </pc:picChg>
      </pc:sldChg>
      <pc:sldChg chg="addSp modSp mod">
        <pc:chgData name="Neha Henin" userId="e9b7af8b853c90ff" providerId="LiveId" clId="{0A3A0F8B-393E-4B06-B186-DD5F904A13E7}" dt="2025-05-29T03:30:21.851" v="68" actId="1076"/>
        <pc:sldMkLst>
          <pc:docMk/>
          <pc:sldMk cId="0" sldId="284"/>
        </pc:sldMkLst>
        <pc:picChg chg="add mod">
          <ac:chgData name="Neha Henin" userId="e9b7af8b853c90ff" providerId="LiveId" clId="{0A3A0F8B-393E-4B06-B186-DD5F904A13E7}" dt="2025-05-29T03:30:21.851" v="68" actId="1076"/>
          <ac:picMkLst>
            <pc:docMk/>
            <pc:sldMk cId="0" sldId="284"/>
            <ac:picMk id="3" creationId="{30D85E71-421A-EE64-4BBA-BB66B31F4366}"/>
          </ac:picMkLst>
        </pc:picChg>
      </pc:sldChg>
      <pc:sldChg chg="addSp delSp modSp mod">
        <pc:chgData name="Neha Henin" userId="e9b7af8b853c90ff" providerId="LiveId" clId="{0A3A0F8B-393E-4B06-B186-DD5F904A13E7}" dt="2025-05-29T03:30:53.871" v="80" actId="1076"/>
        <pc:sldMkLst>
          <pc:docMk/>
          <pc:sldMk cId="1020078746" sldId="285"/>
        </pc:sldMkLst>
        <pc:picChg chg="add mod">
          <ac:chgData name="Neha Henin" userId="e9b7af8b853c90ff" providerId="LiveId" clId="{0A3A0F8B-393E-4B06-B186-DD5F904A13E7}" dt="2025-05-29T03:30:53.871" v="80" actId="1076"/>
          <ac:picMkLst>
            <pc:docMk/>
            <pc:sldMk cId="1020078746" sldId="285"/>
            <ac:picMk id="5" creationId="{D9C732BF-74D6-C9D7-7C3E-FB26F987A6B6}"/>
          </ac:picMkLst>
        </pc:picChg>
        <pc:picChg chg="del">
          <ac:chgData name="Neha Henin" userId="e9b7af8b853c90ff" providerId="LiveId" clId="{0A3A0F8B-393E-4B06-B186-DD5F904A13E7}" dt="2025-05-29T03:30:49.834" v="78" actId="478"/>
          <ac:picMkLst>
            <pc:docMk/>
            <pc:sldMk cId="1020078746" sldId="285"/>
            <ac:picMk id="6" creationId="{E01111FD-DCBA-F87F-0EF2-1550811761F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rgbClr val="FF0066"/>
                </a:solidFill>
                <a:latin typeface="Arial" panose="020B0604020202020204"/>
                <a:cs typeface="Arial" panose="020B06040202020202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1" i="0">
                <a:solidFill>
                  <a:schemeClr val="tx1"/>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66"/>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sz="2800" b="1" i="0">
                <a:solidFill>
                  <a:schemeClr val="tx1"/>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66"/>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66"/>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253233" y="237871"/>
            <a:ext cx="7685532" cy="1081188"/>
          </a:xfrm>
          <a:prstGeom prst="rect">
            <a:avLst/>
          </a:prstGeom>
        </p:spPr>
        <p:txBody>
          <a:bodyPr wrap="square" lIns="0" tIns="0" rIns="0" bIns="0">
            <a:spAutoFit/>
          </a:bodyPr>
          <a:lstStyle>
            <a:lvl1pPr>
              <a:defRPr sz="3200" b="1" i="0">
                <a:solidFill>
                  <a:srgbClr val="FF0066"/>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597204" y="1479444"/>
            <a:ext cx="10424795" cy="4634865"/>
          </a:xfrm>
          <a:prstGeom prst="rect">
            <a:avLst/>
          </a:prstGeom>
        </p:spPr>
        <p:txBody>
          <a:bodyPr wrap="square" lIns="0" tIns="0" rIns="0" bIns="0">
            <a:spAutoFit/>
          </a:bodyPr>
          <a:lstStyle>
            <a:lvl1pPr>
              <a:defRPr sz="2800" b="1" i="0">
                <a:solidFill>
                  <a:schemeClr val="tx1"/>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2.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95400" y="5184140"/>
            <a:ext cx="4180205" cy="608965"/>
          </a:xfrm>
          <a:prstGeom prst="rect">
            <a:avLst/>
          </a:prstGeom>
        </p:spPr>
        <p:txBody>
          <a:bodyPr vert="horz" wrap="square" lIns="0" tIns="12065" rIns="0" bIns="0" rtlCol="0">
            <a:spAutoFit/>
          </a:bodyPr>
          <a:lstStyle/>
          <a:p>
            <a:pPr marL="635" algn="ctr">
              <a:lnSpc>
                <a:spcPct val="100000"/>
              </a:lnSpc>
              <a:spcBef>
                <a:spcPts val="95"/>
              </a:spcBef>
            </a:pPr>
            <a:r>
              <a:rPr sz="1900" b="1" dirty="0">
                <a:solidFill>
                  <a:schemeClr val="tx1"/>
                </a:solidFill>
                <a:latin typeface="Arial" panose="020B0604020202020204"/>
                <a:cs typeface="Arial" panose="020B0604020202020204"/>
              </a:rPr>
              <a:t>PRESENTED</a:t>
            </a:r>
            <a:r>
              <a:rPr sz="1900" b="1" spc="-80" dirty="0">
                <a:solidFill>
                  <a:schemeClr val="tx1"/>
                </a:solidFill>
                <a:latin typeface="Arial" panose="020B0604020202020204"/>
                <a:cs typeface="Arial" panose="020B0604020202020204"/>
              </a:rPr>
              <a:t> </a:t>
            </a:r>
            <a:r>
              <a:rPr sz="1900" b="1" spc="-25" dirty="0">
                <a:solidFill>
                  <a:schemeClr val="tx1"/>
                </a:solidFill>
                <a:latin typeface="Arial" panose="020B0604020202020204"/>
                <a:cs typeface="Arial" panose="020B0604020202020204"/>
              </a:rPr>
              <a:t>BY</a:t>
            </a:r>
            <a:endParaRPr lang="en-US" sz="1900" b="1" spc="-25" dirty="0">
              <a:solidFill>
                <a:schemeClr val="tx1"/>
              </a:solidFill>
              <a:latin typeface="Arial" panose="020B0604020202020204"/>
              <a:cs typeface="Arial" panose="020B0604020202020204"/>
            </a:endParaRPr>
          </a:p>
          <a:p>
            <a:pPr marL="635" algn="ctr">
              <a:lnSpc>
                <a:spcPct val="100000"/>
              </a:lnSpc>
              <a:spcBef>
                <a:spcPts val="95"/>
              </a:spcBef>
            </a:pPr>
            <a:r>
              <a:rPr lang="en-US" altLang="en-IN" sz="1900" b="1" spc="-25" dirty="0">
                <a:solidFill>
                  <a:schemeClr val="tx1"/>
                </a:solidFill>
                <a:latin typeface="Arial" panose="020B0604020202020204"/>
                <a:cs typeface="Arial" panose="020B0604020202020204"/>
              </a:rPr>
              <a:t>SWEATHA </a:t>
            </a:r>
            <a:r>
              <a:rPr lang="en-US" altLang="en-IN" sz="1900" b="1" spc="-25">
                <a:solidFill>
                  <a:schemeClr val="tx1"/>
                </a:solidFill>
                <a:latin typeface="Arial" panose="020B0604020202020204"/>
                <a:cs typeface="Arial" panose="020B0604020202020204"/>
              </a:rPr>
              <a:t>A - 2303811714822050</a:t>
            </a:r>
            <a:endParaRPr lang="en-US" altLang="en-IN" sz="1900" b="1" spc="-25" dirty="0">
              <a:solidFill>
                <a:schemeClr val="tx1"/>
              </a:solidFill>
              <a:latin typeface="Arial" panose="020B0604020202020204"/>
              <a:cs typeface="Arial" panose="020B0604020202020204"/>
            </a:endParaRPr>
          </a:p>
        </p:txBody>
      </p:sp>
      <p:pic>
        <p:nvPicPr>
          <p:cNvPr id="3" name="object 3"/>
          <p:cNvPicPr/>
          <p:nvPr/>
        </p:nvPicPr>
        <p:blipFill>
          <a:blip r:embed="rId3" cstate="print"/>
          <a:stretch>
            <a:fillRect/>
          </a:stretch>
        </p:blipFill>
        <p:spPr>
          <a:xfrm>
            <a:off x="841714" y="222888"/>
            <a:ext cx="1057189" cy="1048127"/>
          </a:xfrm>
          <a:prstGeom prst="rect">
            <a:avLst/>
          </a:prstGeom>
        </p:spPr>
      </p:pic>
      <p:sp>
        <p:nvSpPr>
          <p:cNvPr id="4" name="object 4"/>
          <p:cNvSpPr txBox="1">
            <a:spLocks noGrp="1"/>
          </p:cNvSpPr>
          <p:nvPr>
            <p:ph type="title"/>
          </p:nvPr>
        </p:nvSpPr>
        <p:spPr>
          <a:xfrm>
            <a:off x="2253233" y="237871"/>
            <a:ext cx="7685532" cy="626745"/>
          </a:xfrm>
          <a:prstGeom prst="rect">
            <a:avLst/>
          </a:prstGeom>
        </p:spPr>
        <p:txBody>
          <a:bodyPr vert="horz" wrap="square" lIns="0" tIns="11430" rIns="0" bIns="0" rtlCol="0">
            <a:spAutoFit/>
          </a:bodyPr>
          <a:lstStyle/>
          <a:p>
            <a:pPr marL="2306320" marR="5080" indent="-1417955">
              <a:lnSpc>
                <a:spcPct val="100000"/>
              </a:lnSpc>
              <a:spcBef>
                <a:spcPts val="90"/>
              </a:spcBef>
            </a:pPr>
            <a:r>
              <a:rPr sz="2000" dirty="0"/>
              <a:t>K.RAMAKRISHNAN</a:t>
            </a:r>
            <a:r>
              <a:rPr sz="2000" spc="-10" dirty="0"/>
              <a:t> </a:t>
            </a:r>
            <a:r>
              <a:rPr sz="2000" dirty="0"/>
              <a:t>COLLEGE</a:t>
            </a:r>
            <a:r>
              <a:rPr sz="2000" spc="-90" dirty="0"/>
              <a:t> </a:t>
            </a:r>
            <a:r>
              <a:rPr sz="2000" dirty="0"/>
              <a:t>OF</a:t>
            </a:r>
            <a:r>
              <a:rPr sz="2000" spc="-100" dirty="0"/>
              <a:t> </a:t>
            </a:r>
            <a:r>
              <a:rPr lang="en-US" sz="2000" spc="-100" dirty="0"/>
              <a:t>ENGINEERING</a:t>
            </a:r>
            <a:br>
              <a:rPr lang="en-US" sz="2000" spc="-100" dirty="0"/>
            </a:br>
            <a:r>
              <a:rPr sz="2000" spc="-10" dirty="0"/>
              <a:t> (AUTONOMOUS),</a:t>
            </a:r>
            <a:r>
              <a:rPr sz="2000" spc="-35" dirty="0"/>
              <a:t> </a:t>
            </a:r>
            <a:r>
              <a:rPr sz="2000" spc="-10" dirty="0"/>
              <a:t>TRICHY</a:t>
            </a:r>
            <a:endParaRPr sz="2000"/>
          </a:p>
        </p:txBody>
      </p:sp>
      <p:sp>
        <p:nvSpPr>
          <p:cNvPr id="5" name="object 5"/>
          <p:cNvSpPr txBox="1"/>
          <p:nvPr/>
        </p:nvSpPr>
        <p:spPr>
          <a:xfrm>
            <a:off x="2016632" y="1698193"/>
            <a:ext cx="9870568" cy="566822"/>
          </a:xfrm>
          <a:prstGeom prst="rect">
            <a:avLst/>
          </a:prstGeom>
        </p:spPr>
        <p:txBody>
          <a:bodyPr vert="horz" wrap="square" lIns="0" tIns="12700" rIns="0" bIns="0" rtlCol="0">
            <a:spAutoFit/>
          </a:bodyPr>
          <a:lstStyle/>
          <a:p>
            <a:pPr marL="1911350" marR="5080" indent="-1899285" algn="just">
              <a:lnSpc>
                <a:spcPct val="100000"/>
              </a:lnSpc>
              <a:spcBef>
                <a:spcPts val="100"/>
              </a:spcBef>
            </a:pPr>
            <a:r>
              <a:rPr lang="en-US" sz="3600" dirty="0"/>
              <a:t>        </a:t>
            </a:r>
            <a:endParaRPr lang="en-US" sz="3600" b="1" dirty="0">
              <a:latin typeface="Arial" panose="020B0604020202020204" pitchFamily="34" charset="0"/>
              <a:cs typeface="Arial" panose="020B0604020202020204" pitchFamily="34" charset="0"/>
            </a:endParaRPr>
          </a:p>
        </p:txBody>
      </p:sp>
      <p:graphicFrame>
        <p:nvGraphicFramePr>
          <p:cNvPr id="8" name="Table 7"/>
          <p:cNvGraphicFramePr/>
          <p:nvPr>
            <p:custDataLst>
              <p:tags r:id="rId1"/>
            </p:custDataLst>
          </p:nvPr>
        </p:nvGraphicFramePr>
        <p:xfrm>
          <a:off x="100965" y="2294890"/>
          <a:ext cx="11786235" cy="2164080"/>
        </p:xfrm>
        <a:graphic>
          <a:graphicData uri="http://schemas.openxmlformats.org/drawingml/2006/table">
            <a:tbl>
              <a:tblPr/>
              <a:tblGrid>
                <a:gridCol w="11786235">
                  <a:extLst>
                    <a:ext uri="{9D8B030D-6E8A-4147-A177-3AD203B41FA5}">
                      <a16:colId xmlns:a16="http://schemas.microsoft.com/office/drawing/2014/main" val="20000"/>
                    </a:ext>
                  </a:extLst>
                </a:gridCol>
              </a:tblGrid>
              <a:tr h="2164080">
                <a:tc>
                  <a:txBody>
                    <a:bodyPr/>
                    <a:lstStyle/>
                    <a:p>
                      <a:pPr algn="ctr" fontAlgn="ctr"/>
                      <a:r>
                        <a:rPr lang="en-US" altLang="zh-CN" sz="3600" b="0" i="0">
                          <a:solidFill>
                            <a:srgbClr val="000000"/>
                          </a:solidFill>
                          <a:latin typeface="Bodoni MT" panose="02070603080606020203" charset="0"/>
                          <a:ea typeface="Times New Roman" panose="02020603050405020304"/>
                          <a:cs typeface="Bodoni MT" panose="02070603080606020203" charset="0"/>
                        </a:rPr>
                        <a:t>Data Model and Management System for a Recycling Center: Optimizing Operations and Sustainability</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0"/>
                  </a:ext>
                </a:extLst>
              </a:tr>
            </a:tbl>
          </a:graphicData>
        </a:graphic>
      </p:graphicFrame>
      <p:pic>
        <p:nvPicPr>
          <p:cNvPr id="6" name="object 5">
            <a:extLst>
              <a:ext uri="{FF2B5EF4-FFF2-40B4-BE49-F238E27FC236}">
                <a16:creationId xmlns:a16="http://schemas.microsoft.com/office/drawing/2014/main" id="{D721B07F-3542-F3E1-2808-39E73F8E4A2B}"/>
              </a:ext>
            </a:extLst>
          </p:cNvPr>
          <p:cNvPicPr/>
          <p:nvPr/>
        </p:nvPicPr>
        <p:blipFill>
          <a:blip r:embed="rId4" cstate="print"/>
          <a:stretch>
            <a:fillRect/>
          </a:stretch>
        </p:blipFill>
        <p:spPr>
          <a:xfrm>
            <a:off x="10591800" y="195263"/>
            <a:ext cx="1155192" cy="11033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3233" y="237871"/>
            <a:ext cx="7685532" cy="809625"/>
          </a:xfrm>
          <a:prstGeom prst="rect">
            <a:avLst/>
          </a:prstGeom>
        </p:spPr>
        <p:txBody>
          <a:bodyPr vert="horz" wrap="square" lIns="0" tIns="348233" rIns="0" bIns="0" rtlCol="0">
            <a:spAutoFit/>
          </a:bodyPr>
          <a:lstStyle/>
          <a:p>
            <a:pPr marL="1304925">
              <a:lnSpc>
                <a:spcPct val="100000"/>
              </a:lnSpc>
              <a:spcBef>
                <a:spcPts val="100"/>
              </a:spcBef>
            </a:pPr>
            <a:r>
              <a:rPr lang="en-US" sz="3000" spc="-10" dirty="0">
                <a:sym typeface="+mn-ea"/>
              </a:rPr>
              <a:t>PRESENTATION OVERVIEW</a:t>
            </a:r>
          </a:p>
        </p:txBody>
      </p:sp>
      <p:sp>
        <p:nvSpPr>
          <p:cNvPr id="3" name="object 3"/>
          <p:cNvSpPr txBox="1"/>
          <p:nvPr/>
        </p:nvSpPr>
        <p:spPr>
          <a:xfrm>
            <a:off x="910590" y="1795780"/>
            <a:ext cx="8327390" cy="2674620"/>
          </a:xfrm>
          <a:prstGeom prst="rect">
            <a:avLst/>
          </a:prstGeom>
        </p:spPr>
        <p:txBody>
          <a:bodyPr vert="horz" wrap="square" lIns="0" tIns="11430" rIns="0" bIns="0" rtlCol="0">
            <a:spAutoFit/>
          </a:bodyPr>
          <a:lstStyle/>
          <a:p>
            <a:pPr marL="355600" indent="-342900">
              <a:lnSpc>
                <a:spcPct val="100000"/>
              </a:lnSpc>
              <a:spcBef>
                <a:spcPts val="90"/>
              </a:spcBef>
              <a:buClr>
                <a:srgbClr val="000000"/>
              </a:buClr>
              <a:buFont typeface="Wingdings" panose="05000000000000000000" charset="0"/>
              <a:buChar char="Ø"/>
              <a:tabLst>
                <a:tab pos="356870" algn="l"/>
              </a:tabLst>
            </a:pPr>
            <a:r>
              <a:rPr sz="3200" b="0" spc="-10" dirty="0">
                <a:solidFill>
                  <a:schemeClr val="tx1"/>
                </a:solidFill>
                <a:latin typeface="Times New Roman" panose="02020603050405020304" charset="0"/>
                <a:cs typeface="Times New Roman" panose="02020603050405020304" charset="0"/>
                <a:sym typeface="+mn-ea"/>
              </a:rPr>
              <a:t>Objective</a:t>
            </a:r>
            <a:r>
              <a:rPr lang="en-US" altLang="en-US" sz="3200" b="0" spc="-10" dirty="0">
                <a:solidFill>
                  <a:schemeClr val="tx1"/>
                </a:solidFill>
                <a:latin typeface="Times New Roman" panose="02020603050405020304" charset="0"/>
                <a:cs typeface="Times New Roman" panose="02020603050405020304" charset="0"/>
                <a:sym typeface="+mn-ea"/>
              </a:rPr>
              <a:t> </a:t>
            </a:r>
            <a:endParaRPr sz="3200" b="0" dirty="0">
              <a:solidFill>
                <a:schemeClr val="tx1"/>
              </a:solidFill>
              <a:latin typeface="Times New Roman" panose="02020603050405020304" charset="0"/>
              <a:cs typeface="Times New Roman" panose="02020603050405020304" charset="0"/>
            </a:endParaRPr>
          </a:p>
          <a:p>
            <a:pPr marL="342900" lvl="1" indent="-342900">
              <a:lnSpc>
                <a:spcPct val="100000"/>
              </a:lnSpc>
              <a:spcBef>
                <a:spcPts val="385"/>
              </a:spcBef>
              <a:buFont typeface="Wingdings" panose="05000000000000000000" charset="0"/>
              <a:buChar char="Ø"/>
            </a:pPr>
            <a:r>
              <a:rPr lang="en-US" sz="3200" spc="-10" dirty="0">
                <a:latin typeface="Times New Roman" panose="02020603050405020304" charset="0"/>
                <a:cs typeface="Times New Roman" panose="02020603050405020304" charset="0"/>
                <a:sym typeface="+mn-ea"/>
              </a:rPr>
              <a:t>Database design </a:t>
            </a:r>
          </a:p>
          <a:p>
            <a:pPr marL="342900" lvl="1" indent="-342900">
              <a:lnSpc>
                <a:spcPct val="100000"/>
              </a:lnSpc>
              <a:spcBef>
                <a:spcPts val="385"/>
              </a:spcBef>
              <a:buFont typeface="Wingdings" panose="05000000000000000000" charset="0"/>
              <a:buChar char="Ø"/>
            </a:pPr>
            <a:r>
              <a:rPr lang="en-US" sz="3200" spc="-10" dirty="0">
                <a:latin typeface="Times New Roman" panose="02020603050405020304" charset="0"/>
                <a:cs typeface="Times New Roman" panose="02020603050405020304" charset="0"/>
                <a:sym typeface="+mn-ea"/>
              </a:rPr>
              <a:t>Modules</a:t>
            </a:r>
          </a:p>
          <a:p>
            <a:pPr marL="342900" lvl="1" indent="-342900">
              <a:lnSpc>
                <a:spcPct val="100000"/>
              </a:lnSpc>
              <a:spcBef>
                <a:spcPts val="385"/>
              </a:spcBef>
              <a:buFont typeface="Wingdings" panose="05000000000000000000" charset="0"/>
              <a:buChar char="Ø"/>
            </a:pPr>
            <a:r>
              <a:rPr lang="en-US" sz="3200" spc="-10" dirty="0">
                <a:latin typeface="Times New Roman" panose="02020603050405020304" charset="0"/>
                <a:cs typeface="Times New Roman" panose="02020603050405020304" charset="0"/>
                <a:sym typeface="+mn-ea"/>
              </a:rPr>
              <a:t>Modules Explanation</a:t>
            </a:r>
            <a:endParaRPr sz="3200" b="0" spc="-10" dirty="0">
              <a:solidFill>
                <a:schemeClr val="tx1"/>
              </a:solidFill>
              <a:latin typeface="Times New Roman" panose="02020603050405020304" charset="0"/>
              <a:cs typeface="Times New Roman" panose="02020603050405020304" charset="0"/>
            </a:endParaRPr>
          </a:p>
          <a:p>
            <a:pPr marL="342900" lvl="1" indent="-342900">
              <a:lnSpc>
                <a:spcPct val="100000"/>
              </a:lnSpc>
              <a:spcBef>
                <a:spcPts val="415"/>
              </a:spcBef>
              <a:buFont typeface="Wingdings" panose="05000000000000000000" charset="0"/>
              <a:buChar char="Ø"/>
            </a:pPr>
            <a:r>
              <a:rPr lang="en-US" altLang="en-US" sz="3200" b="0" spc="-10" dirty="0">
                <a:solidFill>
                  <a:schemeClr val="tx1"/>
                </a:solidFill>
                <a:latin typeface="Times New Roman" panose="02020603050405020304" charset="0"/>
                <a:cs typeface="Times New Roman" panose="02020603050405020304" charset="0"/>
              </a:rPr>
              <a:t>Conclusion &amp; Future Scope</a:t>
            </a:r>
          </a:p>
        </p:txBody>
      </p:sp>
      <p:pic>
        <p:nvPicPr>
          <p:cNvPr id="4" name="object 4"/>
          <p:cNvPicPr/>
          <p:nvPr/>
        </p:nvPicPr>
        <p:blipFill>
          <a:blip r:embed="rId2" cstate="print"/>
          <a:stretch>
            <a:fillRect/>
          </a:stretch>
        </p:blipFill>
        <p:spPr>
          <a:xfrm>
            <a:off x="841714" y="222888"/>
            <a:ext cx="1057189" cy="1048127"/>
          </a:xfrm>
          <a:prstGeom prst="rect">
            <a:avLst/>
          </a:prstGeom>
        </p:spPr>
      </p:pic>
      <p:pic>
        <p:nvPicPr>
          <p:cNvPr id="5" name="object 5">
            <a:extLst>
              <a:ext uri="{FF2B5EF4-FFF2-40B4-BE49-F238E27FC236}">
                <a16:creationId xmlns:a16="http://schemas.microsoft.com/office/drawing/2014/main" id="{791E4F12-7B8D-720D-13A0-E669C3CCC5FE}"/>
              </a:ext>
            </a:extLst>
          </p:cNvPr>
          <p:cNvPicPr/>
          <p:nvPr/>
        </p:nvPicPr>
        <p:blipFill>
          <a:blip r:embed="rId3" cstate="print"/>
          <a:stretch>
            <a:fillRect/>
          </a:stretch>
        </p:blipFill>
        <p:spPr>
          <a:xfrm>
            <a:off x="10515600" y="304800"/>
            <a:ext cx="1155192" cy="11033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30199" rIns="0" bIns="0" rtlCol="0">
            <a:spAutoFit/>
          </a:bodyPr>
          <a:lstStyle/>
          <a:p>
            <a:pPr marL="2694940">
              <a:lnSpc>
                <a:spcPct val="100000"/>
              </a:lnSpc>
              <a:spcBef>
                <a:spcPts val="90"/>
              </a:spcBef>
            </a:pPr>
            <a:r>
              <a:rPr spc="-10" dirty="0"/>
              <a:t>OBJECTIVE</a:t>
            </a:r>
          </a:p>
        </p:txBody>
      </p:sp>
      <p:pic>
        <p:nvPicPr>
          <p:cNvPr id="4" name="object 4"/>
          <p:cNvPicPr/>
          <p:nvPr/>
        </p:nvPicPr>
        <p:blipFill>
          <a:blip r:embed="rId2" cstate="print"/>
          <a:stretch>
            <a:fillRect/>
          </a:stretch>
        </p:blipFill>
        <p:spPr>
          <a:xfrm>
            <a:off x="841714" y="222888"/>
            <a:ext cx="1057189" cy="1048127"/>
          </a:xfrm>
          <a:prstGeom prst="rect">
            <a:avLst/>
          </a:prstGeom>
        </p:spPr>
      </p:pic>
      <p:sp>
        <p:nvSpPr>
          <p:cNvPr id="6" name="Rectangle 5"/>
          <p:cNvSpPr/>
          <p:nvPr/>
        </p:nvSpPr>
        <p:spPr>
          <a:xfrm>
            <a:off x="701040" y="1447800"/>
            <a:ext cx="10789920" cy="4523105"/>
          </a:xfrm>
          <a:prstGeom prst="rect">
            <a:avLst/>
          </a:prstGeom>
          <a:noFill/>
        </p:spPr>
        <p:txBody>
          <a:bodyPr wrap="square" lIns="91440" tIns="45720" rIns="91440" bIns="45720">
            <a:spAutoFit/>
          </a:bodyPr>
          <a:lstStyle/>
          <a:p>
            <a:pPr marL="571500" indent="-571500" algn="l">
              <a:buFont typeface="Arial" panose="020B0604020202020204" pitchFamily="34" charset="0"/>
              <a:buChar char="•"/>
            </a:pPr>
            <a:r>
              <a:rPr lang="en-US" altLang="en-US" sz="3600" b="0" cap="none" spc="0" dirty="0">
                <a:ln w="0"/>
                <a:solidFill>
                  <a:schemeClr val="tx1"/>
                </a:solidFill>
                <a:effectLst/>
                <a:latin typeface="Times New Roman" panose="02020603050405020304" charset="0"/>
                <a:cs typeface="Times New Roman" panose="02020603050405020304" charset="0"/>
              </a:rPr>
              <a:t>The objective of the Data Model and Management System for a Recycling Center is to enhance efficiency, sustainability, and operational transparency in waste management. </a:t>
            </a:r>
          </a:p>
          <a:p>
            <a:pPr marL="571500" indent="-571500" algn="l">
              <a:buFont typeface="Arial" panose="020B0604020202020204" pitchFamily="34" charset="0"/>
              <a:buChar char="•"/>
            </a:pPr>
            <a:r>
              <a:rPr lang="en-US" altLang="en-US" sz="3600" b="0" cap="none" spc="0" dirty="0">
                <a:ln w="0"/>
                <a:solidFill>
                  <a:schemeClr val="tx1"/>
                </a:solidFill>
                <a:effectLst/>
                <a:latin typeface="Times New Roman" panose="02020603050405020304" charset="0"/>
                <a:cs typeface="Times New Roman" panose="02020603050405020304" charset="0"/>
              </a:rPr>
              <a:t>This system aims to streamline the collection, sorting, processing, and distribution of recyclable materials while ensuring optimal resource utilization and real-time data tracking</a:t>
            </a:r>
          </a:p>
        </p:txBody>
      </p:sp>
      <p:pic>
        <p:nvPicPr>
          <p:cNvPr id="5" name="object 5">
            <a:extLst>
              <a:ext uri="{FF2B5EF4-FFF2-40B4-BE49-F238E27FC236}">
                <a16:creationId xmlns:a16="http://schemas.microsoft.com/office/drawing/2014/main" id="{0AA9CA93-7E09-B11D-D0E6-40846F851632}"/>
              </a:ext>
            </a:extLst>
          </p:cNvPr>
          <p:cNvPicPr/>
          <p:nvPr/>
        </p:nvPicPr>
        <p:blipFill>
          <a:blip r:embed="rId3" cstate="print"/>
          <a:stretch>
            <a:fillRect/>
          </a:stretch>
        </p:blipFill>
        <p:spPr>
          <a:xfrm>
            <a:off x="10515600" y="304800"/>
            <a:ext cx="1155192" cy="11033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222885"/>
            <a:ext cx="8232775" cy="821690"/>
          </a:xfrm>
          <a:prstGeom prst="rect">
            <a:avLst/>
          </a:prstGeom>
        </p:spPr>
        <p:txBody>
          <a:bodyPr vert="horz" wrap="square" lIns="0" tIns="330199" rIns="0" bIns="0" rtlCol="0">
            <a:spAutoFit/>
          </a:bodyPr>
          <a:lstStyle/>
          <a:p>
            <a:pPr marL="2694940" algn="l">
              <a:lnSpc>
                <a:spcPct val="100000"/>
              </a:lnSpc>
              <a:spcBef>
                <a:spcPts val="90"/>
              </a:spcBef>
            </a:pPr>
            <a:r>
              <a:rPr lang="en-US" spc="-10" dirty="0"/>
              <a:t>DATABASE DESIGN</a:t>
            </a:r>
          </a:p>
        </p:txBody>
      </p:sp>
      <p:pic>
        <p:nvPicPr>
          <p:cNvPr id="4" name="object 4"/>
          <p:cNvPicPr/>
          <p:nvPr/>
        </p:nvPicPr>
        <p:blipFill>
          <a:blip r:embed="rId2" cstate="print"/>
          <a:stretch>
            <a:fillRect/>
          </a:stretch>
        </p:blipFill>
        <p:spPr>
          <a:xfrm>
            <a:off x="841714" y="222888"/>
            <a:ext cx="1057189" cy="1048127"/>
          </a:xfrm>
          <a:prstGeom prst="rect">
            <a:avLst/>
          </a:prstGeom>
        </p:spPr>
      </p:pic>
      <p:sp>
        <p:nvSpPr>
          <p:cNvPr id="6" name="Rectangle 5"/>
          <p:cNvSpPr/>
          <p:nvPr/>
        </p:nvSpPr>
        <p:spPr>
          <a:xfrm>
            <a:off x="701040" y="1447800"/>
            <a:ext cx="10789920" cy="4646295"/>
          </a:xfrm>
          <a:prstGeom prst="rect">
            <a:avLst/>
          </a:prstGeom>
          <a:noFill/>
        </p:spPr>
        <p:txBody>
          <a:bodyPr wrap="square" lIns="91440" tIns="45720" rIns="91440" bIns="45720">
            <a:spAutoFit/>
          </a:bodyPr>
          <a:lstStyle/>
          <a:p>
            <a:pPr marL="0" indent="0" algn="l">
              <a:buFont typeface="Arial" panose="020B0604020202020204" pitchFamily="34" charset="0"/>
              <a:buNone/>
            </a:pPr>
            <a:r>
              <a:rPr lang="en-US" altLang="en-US" sz="3200" b="0" cap="none" spc="0" dirty="0">
                <a:ln w="0"/>
                <a:solidFill>
                  <a:schemeClr val="tx1"/>
                </a:solidFill>
                <a:effectLst/>
                <a:latin typeface="Times New Roman" panose="02020603050405020304" charset="0"/>
                <a:cs typeface="Times New Roman" panose="02020603050405020304" charset="0"/>
              </a:rPr>
              <a:t>A well-structured database design is essential for efficiently managing waste collection, processing, and sales in a recycling center.</a:t>
            </a:r>
          </a:p>
          <a:p>
            <a:pPr marL="0" indent="0" algn="l">
              <a:buFont typeface="Arial" panose="020B0604020202020204" pitchFamily="34" charset="0"/>
              <a:buNone/>
            </a:pPr>
            <a:endParaRPr lang="en-US" altLang="en-US" sz="3200" b="0" cap="none" spc="0" dirty="0">
              <a:ln w="0"/>
              <a:solidFill>
                <a:schemeClr val="tx1"/>
              </a:solidFill>
              <a:effectLst/>
              <a:latin typeface="Times New Roman" panose="02020603050405020304" charset="0"/>
              <a:cs typeface="Times New Roman" panose="02020603050405020304" charset="0"/>
            </a:endParaRPr>
          </a:p>
          <a:p>
            <a:pPr marL="457200" indent="-457200" algn="l">
              <a:lnSpc>
                <a:spcPct val="100000"/>
              </a:lnSpc>
              <a:buFont typeface="Arial" panose="020B0604020202020204" pitchFamily="34" charset="0"/>
              <a:buChar char="•"/>
            </a:pPr>
            <a:r>
              <a:rPr lang="en-US" altLang="en-US" sz="2800" b="0" cap="none" spc="0" dirty="0">
                <a:ln w="0"/>
                <a:solidFill>
                  <a:schemeClr val="tx1"/>
                </a:solidFill>
                <a:effectLst/>
                <a:latin typeface="Times New Roman" panose="02020603050405020304" charset="0"/>
                <a:cs typeface="Times New Roman" panose="02020603050405020304" charset="0"/>
              </a:rPr>
              <a:t>Users Table </a:t>
            </a:r>
            <a:r>
              <a:rPr lang="en-US" altLang="en-US" sz="2800" b="0" cap="none" spc="0" dirty="0">
                <a:ln w="0"/>
                <a:solidFill>
                  <a:schemeClr val="tx1"/>
                </a:solidFill>
                <a:effectLst/>
                <a:latin typeface="Times New Roman" panose="02020603050405020304" charset="0"/>
                <a:cs typeface="Times New Roman" panose="02020603050405020304" charset="0"/>
                <a:sym typeface="+mn-ea"/>
              </a:rPr>
              <a:t>(</a:t>
            </a:r>
            <a:r>
              <a:rPr lang="en-US" altLang="en-US" sz="2800" b="0" cap="none" spc="0" dirty="0">
                <a:ln w="0"/>
                <a:solidFill>
                  <a:schemeClr val="tx1"/>
                </a:solidFill>
                <a:effectLst/>
                <a:latin typeface="Times New Roman" panose="02020603050405020304" charset="0"/>
                <a:cs typeface="Times New Roman" panose="02020603050405020304" charset="0"/>
              </a:rPr>
              <a:t>Stores employee, supplier, and buyer details)</a:t>
            </a:r>
          </a:p>
          <a:p>
            <a:pPr marL="457200" indent="-457200" algn="l">
              <a:lnSpc>
                <a:spcPct val="100000"/>
              </a:lnSpc>
              <a:buFont typeface="Arial" panose="020B0604020202020204" pitchFamily="34" charset="0"/>
              <a:buChar char="•"/>
            </a:pPr>
            <a:r>
              <a:rPr lang="en-US" altLang="en-US" sz="2800" b="0" cap="none" spc="0" dirty="0">
                <a:ln w="0"/>
                <a:solidFill>
                  <a:schemeClr val="tx1"/>
                </a:solidFill>
                <a:effectLst/>
                <a:latin typeface="Times New Roman" panose="02020603050405020304" charset="0"/>
                <a:cs typeface="Times New Roman" panose="02020603050405020304" charset="0"/>
              </a:rPr>
              <a:t>Waste_Materials Table (Stores recyclable material details)</a:t>
            </a:r>
          </a:p>
          <a:p>
            <a:pPr marL="457200" indent="-457200" algn="l">
              <a:lnSpc>
                <a:spcPct val="100000"/>
              </a:lnSpc>
              <a:buFont typeface="Arial" panose="020B0604020202020204" pitchFamily="34" charset="0"/>
              <a:buChar char="•"/>
            </a:pPr>
            <a:r>
              <a:rPr lang="en-US" altLang="en-US" sz="2800" b="0" cap="none" spc="0" dirty="0">
                <a:ln w="0"/>
                <a:solidFill>
                  <a:schemeClr val="tx1"/>
                </a:solidFill>
                <a:effectLst/>
                <a:latin typeface="Times New Roman" panose="02020603050405020304" charset="0"/>
                <a:cs typeface="Times New Roman" panose="02020603050405020304" charset="0"/>
              </a:rPr>
              <a:t>Suppliers Table (Tracks suppliers providing recyclable materials)</a:t>
            </a:r>
          </a:p>
          <a:p>
            <a:pPr marL="457200" indent="-457200" algn="l">
              <a:lnSpc>
                <a:spcPct val="100000"/>
              </a:lnSpc>
              <a:buFont typeface="Arial" panose="020B0604020202020204" pitchFamily="34" charset="0"/>
              <a:buChar char="•"/>
            </a:pPr>
            <a:r>
              <a:rPr lang="en-US" altLang="en-US" sz="2800" b="0" cap="none" spc="0" dirty="0">
                <a:ln w="0"/>
                <a:solidFill>
                  <a:schemeClr val="tx1"/>
                </a:solidFill>
                <a:effectLst/>
                <a:latin typeface="Times New Roman" panose="02020603050405020304" charset="0"/>
                <a:cs typeface="Times New Roman" panose="02020603050405020304" charset="0"/>
              </a:rPr>
              <a:t>Buyers Table (Tracks companies/individuals purchasing recycled materials)</a:t>
            </a:r>
          </a:p>
          <a:p>
            <a:pPr marL="457200" indent="-457200" algn="l">
              <a:lnSpc>
                <a:spcPct val="100000"/>
              </a:lnSpc>
              <a:buFont typeface="Arial" panose="020B0604020202020204" pitchFamily="34" charset="0"/>
              <a:buChar char="•"/>
            </a:pPr>
            <a:r>
              <a:rPr lang="en-US" altLang="en-US" sz="2800" b="0" cap="none" spc="0" dirty="0">
                <a:ln w="0"/>
                <a:solidFill>
                  <a:schemeClr val="tx1"/>
                </a:solidFill>
                <a:effectLst/>
                <a:latin typeface="Times New Roman" panose="02020603050405020304" charset="0"/>
                <a:cs typeface="Times New Roman" panose="02020603050405020304" charset="0"/>
              </a:rPr>
              <a:t>Waste_Transactions Table (Records all recycling transactions)</a:t>
            </a:r>
            <a:endParaRPr lang="en-US" altLang="en-US" sz="3200" b="0" cap="none" spc="0" dirty="0">
              <a:ln w="0"/>
              <a:solidFill>
                <a:schemeClr val="tx1"/>
              </a:solidFill>
              <a:effectLst/>
              <a:latin typeface="Times New Roman" panose="02020603050405020304" charset="0"/>
              <a:cs typeface="Times New Roman" panose="02020603050405020304" charset="0"/>
            </a:endParaRPr>
          </a:p>
        </p:txBody>
      </p:sp>
      <p:pic>
        <p:nvPicPr>
          <p:cNvPr id="5" name="object 5">
            <a:extLst>
              <a:ext uri="{FF2B5EF4-FFF2-40B4-BE49-F238E27FC236}">
                <a16:creationId xmlns:a16="http://schemas.microsoft.com/office/drawing/2014/main" id="{CFF8E0C2-9208-26EC-4E6E-7FA28980EBF1}"/>
              </a:ext>
            </a:extLst>
          </p:cNvPr>
          <p:cNvPicPr/>
          <p:nvPr/>
        </p:nvPicPr>
        <p:blipFill>
          <a:blip r:embed="rId3" cstate="print"/>
          <a:stretch>
            <a:fillRect/>
          </a:stretch>
        </p:blipFill>
        <p:spPr>
          <a:xfrm>
            <a:off x="10515600" y="222885"/>
            <a:ext cx="1155192" cy="11033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325" y="222885"/>
            <a:ext cx="10295255" cy="821690"/>
          </a:xfrm>
          <a:prstGeom prst="rect">
            <a:avLst/>
          </a:prstGeom>
        </p:spPr>
        <p:txBody>
          <a:bodyPr vert="horz" wrap="square" lIns="0" tIns="330199" rIns="0" bIns="0" rtlCol="0">
            <a:spAutoFit/>
          </a:bodyPr>
          <a:lstStyle/>
          <a:p>
            <a:pPr marL="2694940" algn="l">
              <a:lnSpc>
                <a:spcPct val="100000"/>
              </a:lnSpc>
              <a:spcBef>
                <a:spcPts val="90"/>
              </a:spcBef>
            </a:pPr>
            <a:r>
              <a:rPr lang="en-US" spc="-10" dirty="0"/>
              <a:t>DIAGRAM FOR PROPOSED SYSTEM</a:t>
            </a:r>
          </a:p>
        </p:txBody>
      </p:sp>
      <p:pic>
        <p:nvPicPr>
          <p:cNvPr id="4" name="object 4"/>
          <p:cNvPicPr/>
          <p:nvPr/>
        </p:nvPicPr>
        <p:blipFill>
          <a:blip r:embed="rId2" cstate="print"/>
          <a:stretch>
            <a:fillRect/>
          </a:stretch>
        </p:blipFill>
        <p:spPr>
          <a:xfrm>
            <a:off x="841714" y="222888"/>
            <a:ext cx="1057189" cy="1048127"/>
          </a:xfrm>
          <a:prstGeom prst="rect">
            <a:avLst/>
          </a:prstGeom>
        </p:spPr>
      </p:pic>
      <p:pic>
        <p:nvPicPr>
          <p:cNvPr id="3" name="Picture 2"/>
          <p:cNvPicPr/>
          <p:nvPr/>
        </p:nvPicPr>
        <p:blipFill>
          <a:blip r:embed="rId3"/>
          <a:stretch>
            <a:fillRect/>
          </a:stretch>
        </p:blipFill>
        <p:spPr>
          <a:xfrm>
            <a:off x="2438400" y="1271015"/>
            <a:ext cx="6882765" cy="5092700"/>
          </a:xfrm>
          <a:prstGeom prst="rect">
            <a:avLst/>
          </a:prstGeom>
        </p:spPr>
      </p:pic>
      <p:pic>
        <p:nvPicPr>
          <p:cNvPr id="5" name="object 5">
            <a:extLst>
              <a:ext uri="{FF2B5EF4-FFF2-40B4-BE49-F238E27FC236}">
                <a16:creationId xmlns:a16="http://schemas.microsoft.com/office/drawing/2014/main" id="{6DDB5622-D52D-F155-7821-CEE1AF03E726}"/>
              </a:ext>
            </a:extLst>
          </p:cNvPr>
          <p:cNvPicPr/>
          <p:nvPr/>
        </p:nvPicPr>
        <p:blipFill>
          <a:blip r:embed="rId4" cstate="print"/>
          <a:stretch>
            <a:fillRect/>
          </a:stretch>
        </p:blipFill>
        <p:spPr>
          <a:xfrm>
            <a:off x="10559373" y="222885"/>
            <a:ext cx="1155192" cy="11033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222885"/>
            <a:ext cx="10259695" cy="821690"/>
          </a:xfrm>
          <a:prstGeom prst="rect">
            <a:avLst/>
          </a:prstGeom>
        </p:spPr>
        <p:txBody>
          <a:bodyPr vert="horz" wrap="square" lIns="0" tIns="330199" rIns="0" bIns="0" rtlCol="0">
            <a:spAutoFit/>
          </a:bodyPr>
          <a:lstStyle/>
          <a:p>
            <a:pPr marL="2694940" algn="ctr">
              <a:lnSpc>
                <a:spcPct val="100000"/>
              </a:lnSpc>
              <a:spcBef>
                <a:spcPts val="90"/>
              </a:spcBef>
            </a:pPr>
            <a:r>
              <a:rPr lang="en-US" spc="-10" dirty="0"/>
              <a:t>MODULES</a:t>
            </a:r>
          </a:p>
        </p:txBody>
      </p:sp>
      <p:pic>
        <p:nvPicPr>
          <p:cNvPr id="4" name="object 4"/>
          <p:cNvPicPr/>
          <p:nvPr/>
        </p:nvPicPr>
        <p:blipFill>
          <a:blip r:embed="rId2" cstate="print"/>
          <a:stretch>
            <a:fillRect/>
          </a:stretch>
        </p:blipFill>
        <p:spPr>
          <a:xfrm>
            <a:off x="841714" y="222888"/>
            <a:ext cx="1057189" cy="1048127"/>
          </a:xfrm>
          <a:prstGeom prst="rect">
            <a:avLst/>
          </a:prstGeom>
        </p:spPr>
      </p:pic>
      <p:sp>
        <p:nvSpPr>
          <p:cNvPr id="6" name="Rectangle 5"/>
          <p:cNvSpPr/>
          <p:nvPr/>
        </p:nvSpPr>
        <p:spPr>
          <a:xfrm>
            <a:off x="701040" y="1447800"/>
            <a:ext cx="10422890" cy="4033520"/>
          </a:xfrm>
          <a:prstGeom prst="rect">
            <a:avLst/>
          </a:prstGeom>
          <a:noFill/>
        </p:spPr>
        <p:txBody>
          <a:bodyPr wrap="square" lIns="91440" tIns="45720" rIns="91440" bIns="45720">
            <a:noAutofit/>
          </a:bodyPr>
          <a:lstStyle/>
          <a:p>
            <a:pPr marL="457200" indent="-457200" algn="l">
              <a:lnSpc>
                <a:spcPct val="100000"/>
              </a:lnSpc>
              <a:buFont typeface="Arial" panose="020B0604020202020204" pitchFamily="34" charset="0"/>
              <a:buAutoNum type="arabicPeriod"/>
            </a:pPr>
            <a:r>
              <a:rPr lang="en-US" altLang="en-US" sz="2800" b="0" cap="none" spc="0" dirty="0">
                <a:ln w="0"/>
                <a:solidFill>
                  <a:schemeClr val="tx1"/>
                </a:solidFill>
                <a:effectLst/>
                <a:latin typeface="Times New Roman" panose="02020603050405020304" charset="0"/>
                <a:cs typeface="Times New Roman" panose="02020603050405020304" charset="0"/>
              </a:rPr>
              <a:t>User Management Module – Handles user registration, authentication, and role-based access for admins, employees, and customers.</a:t>
            </a:r>
          </a:p>
          <a:p>
            <a:pPr marL="457200" indent="-457200" algn="l">
              <a:lnSpc>
                <a:spcPct val="100000"/>
              </a:lnSpc>
              <a:buFont typeface="Arial" panose="020B0604020202020204" pitchFamily="34" charset="0"/>
              <a:buAutoNum type="arabicPeriod"/>
            </a:pPr>
            <a:r>
              <a:rPr lang="en-US" altLang="en-US" sz="2800" b="0" cap="none" spc="0" dirty="0">
                <a:ln w="0"/>
                <a:solidFill>
                  <a:schemeClr val="tx1"/>
                </a:solidFill>
                <a:effectLst/>
                <a:latin typeface="Times New Roman" panose="02020603050405020304" charset="0"/>
                <a:cs typeface="Times New Roman" panose="02020603050405020304" charset="0"/>
              </a:rPr>
              <a:t>Material Management Module – Manages recyclable materials, categorization, pricing, and environmental impact data.</a:t>
            </a:r>
          </a:p>
          <a:p>
            <a:pPr marL="457200" indent="-457200" algn="l">
              <a:lnSpc>
                <a:spcPct val="100000"/>
              </a:lnSpc>
              <a:buFont typeface="Arial" panose="020B0604020202020204" pitchFamily="34" charset="0"/>
              <a:buAutoNum type="arabicPeriod"/>
            </a:pPr>
            <a:r>
              <a:rPr lang="en-US" altLang="en-US" sz="2800" b="0" cap="none" spc="0" dirty="0">
                <a:ln w="0"/>
                <a:solidFill>
                  <a:schemeClr val="tx1"/>
                </a:solidFill>
                <a:effectLst/>
                <a:latin typeface="Times New Roman" panose="02020603050405020304" charset="0"/>
                <a:cs typeface="Times New Roman" panose="02020603050405020304" charset="0"/>
              </a:rPr>
              <a:t>Collection Management Module – Tracks recyclable material collections from customers, including weight and collection dates.</a:t>
            </a:r>
          </a:p>
          <a:p>
            <a:pPr marL="457200" indent="-457200" algn="l">
              <a:lnSpc>
                <a:spcPct val="100000"/>
              </a:lnSpc>
              <a:buFont typeface="Arial" panose="020B0604020202020204" pitchFamily="34" charset="0"/>
              <a:buAutoNum type="arabicPeriod"/>
            </a:pPr>
            <a:r>
              <a:rPr lang="en-US" altLang="en-US" sz="2800" b="0" cap="none" spc="0" dirty="0">
                <a:ln w="0"/>
                <a:solidFill>
                  <a:schemeClr val="tx1"/>
                </a:solidFill>
                <a:effectLst/>
                <a:latin typeface="Times New Roman" panose="02020603050405020304" charset="0"/>
                <a:cs typeface="Times New Roman" panose="02020603050405020304" charset="0"/>
              </a:rPr>
              <a:t>Inventory Management Module – Maintains stock levels of collected materials and updates inventory after collections or sales.</a:t>
            </a:r>
          </a:p>
          <a:p>
            <a:pPr marL="457200" indent="-457200" algn="l">
              <a:lnSpc>
                <a:spcPct val="100000"/>
              </a:lnSpc>
              <a:buFont typeface="Arial" panose="020B0604020202020204" pitchFamily="34" charset="0"/>
              <a:buAutoNum type="arabicPeriod"/>
            </a:pPr>
            <a:r>
              <a:rPr lang="en-US" altLang="en-US" sz="2800" b="0" cap="none" spc="0" dirty="0">
                <a:ln w="0"/>
                <a:solidFill>
                  <a:schemeClr val="tx1"/>
                </a:solidFill>
                <a:effectLst/>
                <a:latin typeface="Times New Roman" panose="02020603050405020304" charset="0"/>
                <a:cs typeface="Times New Roman" panose="02020603050405020304" charset="0"/>
              </a:rPr>
              <a:t>Transaction Management Module – Manages buying and selling of recyclable materials, calculating total price based on weight.</a:t>
            </a:r>
          </a:p>
        </p:txBody>
      </p:sp>
      <p:pic>
        <p:nvPicPr>
          <p:cNvPr id="5" name="object 5">
            <a:extLst>
              <a:ext uri="{FF2B5EF4-FFF2-40B4-BE49-F238E27FC236}">
                <a16:creationId xmlns:a16="http://schemas.microsoft.com/office/drawing/2014/main" id="{02007981-6EFE-F2B5-DE9C-EDC81A19259F}"/>
              </a:ext>
            </a:extLst>
          </p:cNvPr>
          <p:cNvPicPr/>
          <p:nvPr/>
        </p:nvPicPr>
        <p:blipFill>
          <a:blip r:embed="rId3" cstate="print"/>
          <a:stretch>
            <a:fillRect/>
          </a:stretch>
        </p:blipFill>
        <p:spPr>
          <a:xfrm>
            <a:off x="10523813" y="228600"/>
            <a:ext cx="1155192" cy="11033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222885"/>
            <a:ext cx="10259695" cy="821690"/>
          </a:xfrm>
          <a:prstGeom prst="rect">
            <a:avLst/>
          </a:prstGeom>
        </p:spPr>
        <p:txBody>
          <a:bodyPr vert="horz" wrap="square" lIns="0" tIns="330199" rIns="0" bIns="0" rtlCol="0">
            <a:spAutoFit/>
          </a:bodyPr>
          <a:lstStyle/>
          <a:p>
            <a:pPr marL="2694940" algn="ctr">
              <a:lnSpc>
                <a:spcPct val="100000"/>
              </a:lnSpc>
              <a:spcBef>
                <a:spcPts val="90"/>
              </a:spcBef>
            </a:pPr>
            <a:r>
              <a:rPr lang="en-US" spc="-10" dirty="0"/>
              <a:t>MODULES</a:t>
            </a:r>
          </a:p>
        </p:txBody>
      </p:sp>
      <p:pic>
        <p:nvPicPr>
          <p:cNvPr id="4" name="object 4"/>
          <p:cNvPicPr/>
          <p:nvPr/>
        </p:nvPicPr>
        <p:blipFill>
          <a:blip r:embed="rId2" cstate="print"/>
          <a:stretch>
            <a:fillRect/>
          </a:stretch>
        </p:blipFill>
        <p:spPr>
          <a:xfrm>
            <a:off x="841714" y="222888"/>
            <a:ext cx="1057189" cy="1048127"/>
          </a:xfrm>
          <a:prstGeom prst="rect">
            <a:avLst/>
          </a:prstGeom>
        </p:spPr>
      </p:pic>
      <p:sp>
        <p:nvSpPr>
          <p:cNvPr id="6" name="Rectangle 5"/>
          <p:cNvSpPr/>
          <p:nvPr/>
        </p:nvSpPr>
        <p:spPr>
          <a:xfrm>
            <a:off x="701040" y="1447800"/>
            <a:ext cx="10422890" cy="4033520"/>
          </a:xfrm>
          <a:prstGeom prst="rect">
            <a:avLst/>
          </a:prstGeom>
          <a:noFill/>
        </p:spPr>
        <p:txBody>
          <a:bodyPr wrap="square" lIns="91440" tIns="45720" rIns="91440" bIns="45720">
            <a:noAutofit/>
          </a:bodyPr>
          <a:lstStyle/>
          <a:p>
            <a:pPr marL="0" indent="0" algn="l">
              <a:lnSpc>
                <a:spcPct val="100000"/>
              </a:lnSpc>
              <a:buFont typeface="Arial" panose="020B0604020202020204" pitchFamily="34" charset="0"/>
              <a:buNone/>
            </a:pPr>
            <a:r>
              <a:rPr lang="en-US" altLang="en-US" sz="2800" b="1" cap="none" spc="0" dirty="0">
                <a:ln w="0"/>
                <a:solidFill>
                  <a:schemeClr val="tx1"/>
                </a:solidFill>
                <a:effectLst/>
                <a:latin typeface="Times New Roman" panose="02020603050405020304" charset="0"/>
                <a:cs typeface="Times New Roman" panose="02020603050405020304" charset="0"/>
              </a:rPr>
              <a:t>1. User Management Module :</a:t>
            </a:r>
          </a:p>
          <a:p>
            <a:pPr marL="0" indent="0" algn="l">
              <a:lnSpc>
                <a:spcPct val="100000"/>
              </a:lnSpc>
              <a:buFont typeface="Arial" panose="020B0604020202020204" pitchFamily="34" charset="0"/>
              <a:buNone/>
            </a:pPr>
            <a:r>
              <a:rPr lang="en-US" altLang="en-US" sz="2800" b="0" cap="none" spc="0" dirty="0">
                <a:ln w="0"/>
                <a:solidFill>
                  <a:schemeClr val="tx1"/>
                </a:solidFill>
                <a:effectLst/>
                <a:latin typeface="Times New Roman" panose="02020603050405020304" charset="0"/>
                <a:cs typeface="Times New Roman" panose="02020603050405020304" charset="0"/>
              </a:rPr>
              <a:t>The User Management Module is responsible for handling user registration, authentication, and role-based access control. It allows different types of users—Admins, Employees, and Customers—to access specific features based on their roles.</a:t>
            </a:r>
          </a:p>
          <a:p>
            <a:pPr marL="0" indent="0" algn="l">
              <a:lnSpc>
                <a:spcPct val="100000"/>
              </a:lnSpc>
              <a:buFont typeface="Arial" panose="020B0604020202020204" pitchFamily="34" charset="0"/>
              <a:buNone/>
            </a:pPr>
            <a:endParaRPr lang="en-US" altLang="en-US" sz="2800" b="0" cap="none" spc="0" dirty="0">
              <a:ln w="0"/>
              <a:solidFill>
                <a:schemeClr val="tx1"/>
              </a:solidFill>
              <a:effectLst/>
              <a:latin typeface="Times New Roman" panose="02020603050405020304" charset="0"/>
              <a:cs typeface="Times New Roman" panose="02020603050405020304" charset="0"/>
            </a:endParaRPr>
          </a:p>
          <a:p>
            <a:pPr marL="0" indent="0" algn="l">
              <a:lnSpc>
                <a:spcPct val="100000"/>
              </a:lnSpc>
              <a:buFont typeface="Arial" panose="020B0604020202020204" pitchFamily="34" charset="0"/>
              <a:buNone/>
            </a:pPr>
            <a:r>
              <a:rPr lang="en-US" altLang="en-US" sz="2800" b="1" cap="none" spc="0" dirty="0">
                <a:ln w="0"/>
                <a:solidFill>
                  <a:schemeClr val="tx1"/>
                </a:solidFill>
                <a:effectLst/>
                <a:latin typeface="Times New Roman" panose="02020603050405020304" charset="0"/>
                <a:cs typeface="Times New Roman" panose="02020603050405020304" charset="0"/>
              </a:rPr>
              <a:t>2. Material Management Module :</a:t>
            </a:r>
          </a:p>
          <a:p>
            <a:pPr marL="0" indent="0" algn="l">
              <a:lnSpc>
                <a:spcPct val="100000"/>
              </a:lnSpc>
              <a:buFont typeface="Arial" panose="020B0604020202020204" pitchFamily="34" charset="0"/>
              <a:buNone/>
            </a:pPr>
            <a:r>
              <a:rPr lang="en-US" altLang="en-US" sz="2800" b="0" cap="none" spc="0" dirty="0">
                <a:ln w="0"/>
                <a:solidFill>
                  <a:schemeClr val="tx1"/>
                </a:solidFill>
                <a:effectLst/>
                <a:latin typeface="Times New Roman" panose="02020603050405020304" charset="0"/>
                <a:cs typeface="Times New Roman" panose="02020603050405020304" charset="0"/>
              </a:rPr>
              <a:t>The Material Management Module is designed to manage different types of recyclable materials, their categorization, and pricing. It helps the system keep track of available materials and their environmental impact.</a:t>
            </a:r>
          </a:p>
          <a:p>
            <a:pPr marL="457200" indent="-457200" algn="l">
              <a:lnSpc>
                <a:spcPct val="100000"/>
              </a:lnSpc>
              <a:buFont typeface="Arial" panose="020B0604020202020204" pitchFamily="34" charset="0"/>
              <a:buAutoNum type="arabicPeriod"/>
            </a:pPr>
            <a:endParaRPr lang="en-US" altLang="en-US" sz="2800" b="0" cap="none" spc="0" dirty="0">
              <a:ln w="0"/>
              <a:solidFill>
                <a:schemeClr val="tx1"/>
              </a:solidFill>
              <a:effectLst/>
              <a:latin typeface="Times New Roman" panose="02020603050405020304" charset="0"/>
              <a:cs typeface="Times New Roman" panose="02020603050405020304" charset="0"/>
            </a:endParaRPr>
          </a:p>
          <a:p>
            <a:pPr marL="0" indent="0" algn="l">
              <a:lnSpc>
                <a:spcPct val="100000"/>
              </a:lnSpc>
              <a:buFont typeface="Arial" panose="020B0604020202020204" pitchFamily="34" charset="0"/>
              <a:buNone/>
            </a:pPr>
            <a:endParaRPr lang="en-US" altLang="en-US" sz="2800" b="0" cap="none" spc="0" dirty="0">
              <a:ln w="0"/>
              <a:solidFill>
                <a:schemeClr val="tx1"/>
              </a:solidFill>
              <a:effectLst/>
              <a:latin typeface="Times New Roman" panose="02020603050405020304" charset="0"/>
              <a:cs typeface="Times New Roman" panose="02020603050405020304" charset="0"/>
            </a:endParaRPr>
          </a:p>
        </p:txBody>
      </p:sp>
      <p:pic>
        <p:nvPicPr>
          <p:cNvPr id="3" name="object 5">
            <a:extLst>
              <a:ext uri="{FF2B5EF4-FFF2-40B4-BE49-F238E27FC236}">
                <a16:creationId xmlns:a16="http://schemas.microsoft.com/office/drawing/2014/main" id="{30D85E71-421A-EE64-4BBA-BB66B31F4366}"/>
              </a:ext>
            </a:extLst>
          </p:cNvPr>
          <p:cNvPicPr/>
          <p:nvPr/>
        </p:nvPicPr>
        <p:blipFill>
          <a:blip r:embed="rId3" cstate="print"/>
          <a:stretch>
            <a:fillRect/>
          </a:stretch>
        </p:blipFill>
        <p:spPr>
          <a:xfrm>
            <a:off x="10523813" y="222885"/>
            <a:ext cx="1155192" cy="11033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1800" y="271145"/>
            <a:ext cx="6349365" cy="1104265"/>
          </a:xfrm>
          <a:prstGeom prst="rect">
            <a:avLst/>
          </a:prstGeom>
        </p:spPr>
        <p:txBody>
          <a:bodyPr vert="horz" wrap="square" lIns="0" tIns="68580" rIns="0" bIns="0" rtlCol="0">
            <a:spAutoFit/>
          </a:bodyPr>
          <a:lstStyle/>
          <a:p>
            <a:pPr algn="ctr">
              <a:lnSpc>
                <a:spcPct val="100000"/>
              </a:lnSpc>
              <a:spcBef>
                <a:spcPts val="540"/>
              </a:spcBef>
            </a:pPr>
            <a:endParaRPr spc="-10" dirty="0">
              <a:solidFill>
                <a:srgbClr val="0000FF"/>
              </a:solidFill>
            </a:endParaRPr>
          </a:p>
          <a:p>
            <a:pPr marL="113665" algn="ctr">
              <a:lnSpc>
                <a:spcPct val="100000"/>
              </a:lnSpc>
              <a:spcBef>
                <a:spcPts val="400"/>
              </a:spcBef>
              <a:tabLst>
                <a:tab pos="1675130" algn="l"/>
              </a:tabLst>
            </a:pPr>
            <a:r>
              <a:rPr lang="en-US" spc="-10" dirty="0">
                <a:solidFill>
                  <a:srgbClr val="FF0000"/>
                </a:solidFill>
              </a:rPr>
              <a:t>MODULE </a:t>
            </a:r>
            <a:r>
              <a:rPr lang="en-US" spc="-10" dirty="0">
                <a:solidFill>
                  <a:srgbClr val="FF0000"/>
                </a:solidFill>
                <a:sym typeface="+mn-ea"/>
              </a:rPr>
              <a:t>IMPLEMENTATION </a:t>
            </a:r>
            <a:endParaRPr lang="en-US" spc="-10" dirty="0">
              <a:solidFill>
                <a:srgbClr val="FF0000"/>
              </a:solidFill>
            </a:endParaRPr>
          </a:p>
        </p:txBody>
      </p:sp>
      <p:pic>
        <p:nvPicPr>
          <p:cNvPr id="3" name="object 3"/>
          <p:cNvPicPr/>
          <p:nvPr/>
        </p:nvPicPr>
        <p:blipFill>
          <a:blip r:embed="rId2" cstate="print"/>
          <a:stretch>
            <a:fillRect/>
          </a:stretch>
        </p:blipFill>
        <p:spPr>
          <a:xfrm>
            <a:off x="841714" y="222888"/>
            <a:ext cx="1057189" cy="1048127"/>
          </a:xfrm>
          <a:prstGeom prst="rect">
            <a:avLst/>
          </a:prstGeom>
        </p:spPr>
      </p:pic>
      <p:sp>
        <p:nvSpPr>
          <p:cNvPr id="5" name="Rectangle 4"/>
          <p:cNvSpPr/>
          <p:nvPr/>
        </p:nvSpPr>
        <p:spPr>
          <a:xfrm>
            <a:off x="6003631" y="2967335"/>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Text Box 5"/>
          <p:cNvSpPr txBox="1"/>
          <p:nvPr/>
        </p:nvSpPr>
        <p:spPr>
          <a:xfrm>
            <a:off x="363855" y="1699260"/>
            <a:ext cx="11403330" cy="4841240"/>
          </a:xfrm>
          <a:prstGeom prst="rect">
            <a:avLst/>
          </a:prstGeom>
          <a:noFill/>
        </p:spPr>
        <p:txBody>
          <a:bodyPr wrap="square" rtlCol="0">
            <a:noAutofit/>
          </a:bodyPr>
          <a:lstStyle/>
          <a:p>
            <a:endParaRPr lang="en-US" sz="3600">
              <a:latin typeface="Bodoni MT" panose="02070603080606020203" charset="0"/>
              <a:cs typeface="Bodoni MT" panose="02070603080606020203" charset="0"/>
            </a:endParaRPr>
          </a:p>
        </p:txBody>
      </p:sp>
      <p:pic>
        <p:nvPicPr>
          <p:cNvPr id="8" name="Picture 7"/>
          <p:cNvPicPr>
            <a:picLocks noChangeAspect="1"/>
          </p:cNvPicPr>
          <p:nvPr/>
        </p:nvPicPr>
        <p:blipFill>
          <a:blip r:embed="rId3"/>
          <a:stretch>
            <a:fillRect/>
          </a:stretch>
        </p:blipFill>
        <p:spPr>
          <a:xfrm>
            <a:off x="363855" y="1981200"/>
            <a:ext cx="5640070" cy="3810000"/>
          </a:xfrm>
          <a:prstGeom prst="rect">
            <a:avLst/>
          </a:prstGeom>
        </p:spPr>
      </p:pic>
      <p:pic>
        <p:nvPicPr>
          <p:cNvPr id="9" name="Picture 8"/>
          <p:cNvPicPr>
            <a:picLocks noChangeAspect="1"/>
          </p:cNvPicPr>
          <p:nvPr/>
        </p:nvPicPr>
        <p:blipFill>
          <a:blip r:embed="rId4"/>
          <a:stretch>
            <a:fillRect/>
          </a:stretch>
        </p:blipFill>
        <p:spPr>
          <a:xfrm>
            <a:off x="6160135" y="1981200"/>
            <a:ext cx="5650865" cy="3810000"/>
          </a:xfrm>
          <a:prstGeom prst="rect">
            <a:avLst/>
          </a:prstGeom>
        </p:spPr>
      </p:pic>
      <p:pic>
        <p:nvPicPr>
          <p:cNvPr id="4" name="object 5">
            <a:extLst>
              <a:ext uri="{FF2B5EF4-FFF2-40B4-BE49-F238E27FC236}">
                <a16:creationId xmlns:a16="http://schemas.microsoft.com/office/drawing/2014/main" id="{03C1A325-6044-8D8D-3E11-58DF2EAEC202}"/>
              </a:ext>
            </a:extLst>
          </p:cNvPr>
          <p:cNvPicPr/>
          <p:nvPr/>
        </p:nvPicPr>
        <p:blipFill>
          <a:blip r:embed="rId5" cstate="print"/>
          <a:stretch>
            <a:fillRect/>
          </a:stretch>
        </p:blipFill>
        <p:spPr>
          <a:xfrm>
            <a:off x="10583418" y="222888"/>
            <a:ext cx="1155192" cy="11033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50236" y="76200"/>
            <a:ext cx="7685532" cy="1773555"/>
          </a:xfrm>
          <a:prstGeom prst="rect">
            <a:avLst/>
          </a:prstGeom>
        </p:spPr>
        <p:txBody>
          <a:bodyPr vert="horz" wrap="square" lIns="0" tIns="512267" rIns="0" bIns="0" rtlCol="0">
            <a:spAutoFit/>
          </a:bodyPr>
          <a:lstStyle/>
          <a:p>
            <a:pPr marL="755650" lvl="1" indent="-285750">
              <a:lnSpc>
                <a:spcPct val="100000"/>
              </a:lnSpc>
              <a:spcBef>
                <a:spcPts val="5"/>
              </a:spcBef>
              <a:tabLst>
                <a:tab pos="755650" algn="l"/>
              </a:tabLst>
            </a:pPr>
            <a:r>
              <a:rPr lang="en-US" altLang="en-IN" sz="3200" b="1" spc="-20" dirty="0">
                <a:solidFill>
                  <a:srgbClr val="FF0000"/>
                </a:solidFill>
                <a:latin typeface="Arial" panose="020B0604020202020204" pitchFamily="34" charset="0"/>
                <a:cs typeface="Arial" panose="020B0604020202020204" pitchFamily="34" charset="0"/>
              </a:rPr>
              <a:t>MODULE </a:t>
            </a:r>
            <a:r>
              <a:rPr lang="en-US" altLang="en-IN" sz="3200" b="1" spc="-20" dirty="0">
                <a:solidFill>
                  <a:srgbClr val="FF0000"/>
                </a:solidFill>
                <a:latin typeface="Arial" panose="020B0604020202020204" pitchFamily="34" charset="0"/>
                <a:cs typeface="Arial" panose="020B0604020202020204" pitchFamily="34" charset="0"/>
                <a:sym typeface="+mn-ea"/>
              </a:rPr>
              <a:t>IMPLEMENTATION</a:t>
            </a:r>
            <a:r>
              <a:rPr lang="en-US" altLang="en-IN" sz="3200" b="1" spc="-20" dirty="0">
                <a:solidFill>
                  <a:srgbClr val="FF0000"/>
                </a:solidFill>
                <a:latin typeface="Arial" panose="020B0604020202020204" pitchFamily="34" charset="0"/>
                <a:cs typeface="Arial" panose="020B0604020202020204" pitchFamily="34" charset="0"/>
              </a:rPr>
              <a:t> </a:t>
            </a:r>
            <a:br>
              <a:rPr lang="en-IN" sz="3200" dirty="0">
                <a:latin typeface="Arial" panose="020B0604020202020204" pitchFamily="34" charset="0"/>
                <a:cs typeface="Arial" panose="020B0604020202020204" pitchFamily="34" charset="0"/>
              </a:rPr>
            </a:br>
            <a:br>
              <a:rPr lang="en-IN" sz="3200" dirty="0">
                <a:latin typeface="Arial" panose="020B0604020202020204"/>
                <a:cs typeface="Arial" panose="020B0604020202020204"/>
              </a:rPr>
            </a:br>
            <a:endParaRPr lang="en-IN" spc="-20" dirty="0"/>
          </a:p>
        </p:txBody>
      </p:sp>
      <p:pic>
        <p:nvPicPr>
          <p:cNvPr id="4" name="object 4"/>
          <p:cNvPicPr/>
          <p:nvPr/>
        </p:nvPicPr>
        <p:blipFill>
          <a:blip r:embed="rId2" cstate="print"/>
          <a:stretch>
            <a:fillRect/>
          </a:stretch>
        </p:blipFill>
        <p:spPr>
          <a:xfrm>
            <a:off x="841714" y="222888"/>
            <a:ext cx="1057189" cy="1048127"/>
          </a:xfrm>
          <a:prstGeom prst="rect">
            <a:avLst/>
          </a:prstGeom>
        </p:spPr>
      </p:pic>
      <p:pic>
        <p:nvPicPr>
          <p:cNvPr id="6" name="Picture 5"/>
          <p:cNvPicPr>
            <a:picLocks noChangeAspect="1"/>
          </p:cNvPicPr>
          <p:nvPr/>
        </p:nvPicPr>
        <p:blipFill>
          <a:blip r:embed="rId3"/>
          <a:stretch>
            <a:fillRect/>
          </a:stretch>
        </p:blipFill>
        <p:spPr>
          <a:xfrm>
            <a:off x="2122170" y="2362200"/>
            <a:ext cx="7947025" cy="2929255"/>
          </a:xfrm>
          <a:prstGeom prst="rect">
            <a:avLst/>
          </a:prstGeom>
        </p:spPr>
      </p:pic>
      <p:pic>
        <p:nvPicPr>
          <p:cNvPr id="5" name="object 5">
            <a:extLst>
              <a:ext uri="{FF2B5EF4-FFF2-40B4-BE49-F238E27FC236}">
                <a16:creationId xmlns:a16="http://schemas.microsoft.com/office/drawing/2014/main" id="{4518329F-EB57-600E-8799-835E484CACA8}"/>
              </a:ext>
            </a:extLst>
          </p:cNvPr>
          <p:cNvPicPr/>
          <p:nvPr/>
        </p:nvPicPr>
        <p:blipFill>
          <a:blip r:embed="rId4" cstate="print"/>
          <a:stretch>
            <a:fillRect/>
          </a:stretch>
        </p:blipFill>
        <p:spPr>
          <a:xfrm>
            <a:off x="10509505" y="222888"/>
            <a:ext cx="1155192" cy="11033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146" y="76200"/>
            <a:ext cx="7685532" cy="1773555"/>
          </a:xfrm>
          <a:prstGeom prst="rect">
            <a:avLst/>
          </a:prstGeom>
        </p:spPr>
        <p:txBody>
          <a:bodyPr vert="horz" wrap="square" lIns="0" tIns="512267" rIns="0" bIns="0" rtlCol="0">
            <a:spAutoFit/>
          </a:bodyPr>
          <a:lstStyle/>
          <a:p>
            <a:pPr marL="755650" lvl="1" indent="-285750" algn="ctr">
              <a:lnSpc>
                <a:spcPct val="100000"/>
              </a:lnSpc>
              <a:spcBef>
                <a:spcPts val="5"/>
              </a:spcBef>
              <a:tabLst>
                <a:tab pos="755650" algn="l"/>
              </a:tabLst>
            </a:pPr>
            <a:r>
              <a:rPr lang="en-US" altLang="en-IN" sz="3200" b="1" spc="-20" dirty="0">
                <a:solidFill>
                  <a:srgbClr val="FF0000"/>
                </a:solidFill>
                <a:latin typeface="Arial" panose="020B0604020202020204" pitchFamily="34" charset="0"/>
                <a:cs typeface="Arial" panose="020B0604020202020204" pitchFamily="34" charset="0"/>
              </a:rPr>
              <a:t>OUTPUT</a:t>
            </a:r>
            <a:br>
              <a:rPr lang="en-IN" sz="3200" dirty="0">
                <a:latin typeface="Arial" panose="020B0604020202020204" pitchFamily="34" charset="0"/>
                <a:cs typeface="Arial" panose="020B0604020202020204" pitchFamily="34" charset="0"/>
              </a:rPr>
            </a:br>
            <a:br>
              <a:rPr lang="en-IN" sz="3200" dirty="0">
                <a:latin typeface="Arial" panose="020B0604020202020204"/>
                <a:cs typeface="Arial" panose="020B0604020202020204"/>
              </a:rPr>
            </a:br>
            <a:endParaRPr lang="en-IN" spc="-20" dirty="0"/>
          </a:p>
        </p:txBody>
      </p:sp>
      <p:pic>
        <p:nvPicPr>
          <p:cNvPr id="4" name="object 4"/>
          <p:cNvPicPr/>
          <p:nvPr/>
        </p:nvPicPr>
        <p:blipFill>
          <a:blip r:embed="rId2" cstate="print"/>
          <a:stretch>
            <a:fillRect/>
          </a:stretch>
        </p:blipFill>
        <p:spPr>
          <a:xfrm>
            <a:off x="841714" y="222888"/>
            <a:ext cx="1057189" cy="1048127"/>
          </a:xfrm>
          <a:prstGeom prst="rect">
            <a:avLst/>
          </a:prstGeom>
        </p:spPr>
      </p:pic>
      <p:pic>
        <p:nvPicPr>
          <p:cNvPr id="5" name="Picture 4" descr="WhatsApp Image 2025-05-18 at 11.32.24 PM">
            <a:extLst>
              <a:ext uri="{FF2B5EF4-FFF2-40B4-BE49-F238E27FC236}">
                <a16:creationId xmlns:a16="http://schemas.microsoft.com/office/drawing/2014/main" id="{92D9595E-20CC-029A-C78E-C396B4C96FCA}"/>
              </a:ext>
            </a:extLst>
          </p:cNvPr>
          <p:cNvPicPr>
            <a:picLocks noChangeAspect="1"/>
          </p:cNvPicPr>
          <p:nvPr/>
        </p:nvPicPr>
        <p:blipFill>
          <a:blip r:embed="rId3"/>
          <a:stretch>
            <a:fillRect/>
          </a:stretch>
        </p:blipFill>
        <p:spPr>
          <a:xfrm>
            <a:off x="179197" y="1752600"/>
            <a:ext cx="5720715" cy="4030345"/>
          </a:xfrm>
          <a:prstGeom prst="rect">
            <a:avLst/>
          </a:prstGeom>
        </p:spPr>
      </p:pic>
      <p:pic>
        <p:nvPicPr>
          <p:cNvPr id="8" name="Picture 7" descr="WhatsApp Image 2025-05-18 at 11.32.25 PM">
            <a:extLst>
              <a:ext uri="{FF2B5EF4-FFF2-40B4-BE49-F238E27FC236}">
                <a16:creationId xmlns:a16="http://schemas.microsoft.com/office/drawing/2014/main" id="{C30613F6-B7DD-6D52-FC1D-F477E9BBFD0C}"/>
              </a:ext>
            </a:extLst>
          </p:cNvPr>
          <p:cNvPicPr>
            <a:picLocks noChangeAspect="1"/>
          </p:cNvPicPr>
          <p:nvPr/>
        </p:nvPicPr>
        <p:blipFill>
          <a:blip r:embed="rId4"/>
          <a:stretch>
            <a:fillRect/>
          </a:stretch>
        </p:blipFill>
        <p:spPr>
          <a:xfrm>
            <a:off x="5899912" y="1742768"/>
            <a:ext cx="5942183" cy="3819832"/>
          </a:xfrm>
          <a:prstGeom prst="rect">
            <a:avLst/>
          </a:prstGeom>
        </p:spPr>
      </p:pic>
      <p:pic>
        <p:nvPicPr>
          <p:cNvPr id="3" name="object 5">
            <a:extLst>
              <a:ext uri="{FF2B5EF4-FFF2-40B4-BE49-F238E27FC236}">
                <a16:creationId xmlns:a16="http://schemas.microsoft.com/office/drawing/2014/main" id="{9DA4365D-88F3-DEA6-C129-F4AF756EBEE4}"/>
              </a:ext>
            </a:extLst>
          </p:cNvPr>
          <p:cNvPicPr/>
          <p:nvPr/>
        </p:nvPicPr>
        <p:blipFill>
          <a:blip r:embed="rId5" cstate="print"/>
          <a:stretch>
            <a:fillRect/>
          </a:stretch>
        </p:blipFill>
        <p:spPr>
          <a:xfrm>
            <a:off x="10465435" y="222888"/>
            <a:ext cx="1155192" cy="11033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FF16-EEE6-E732-FB95-8CEE1C26A97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3E67DF9-B5E0-EC70-43F3-A3E229B46ED4}"/>
              </a:ext>
            </a:extLst>
          </p:cNvPr>
          <p:cNvSpPr txBox="1">
            <a:spLocks noGrp="1"/>
          </p:cNvSpPr>
          <p:nvPr>
            <p:ph type="title"/>
          </p:nvPr>
        </p:nvSpPr>
        <p:spPr>
          <a:xfrm>
            <a:off x="2057146" y="76200"/>
            <a:ext cx="7685532" cy="1773555"/>
          </a:xfrm>
          <a:prstGeom prst="rect">
            <a:avLst/>
          </a:prstGeom>
        </p:spPr>
        <p:txBody>
          <a:bodyPr vert="horz" wrap="square" lIns="0" tIns="512267" rIns="0" bIns="0" rtlCol="0">
            <a:spAutoFit/>
          </a:bodyPr>
          <a:lstStyle/>
          <a:p>
            <a:pPr marL="755650" lvl="1" indent="-285750" algn="ctr">
              <a:lnSpc>
                <a:spcPct val="100000"/>
              </a:lnSpc>
              <a:spcBef>
                <a:spcPts val="5"/>
              </a:spcBef>
              <a:tabLst>
                <a:tab pos="755650" algn="l"/>
              </a:tabLst>
            </a:pPr>
            <a:r>
              <a:rPr lang="en-US" altLang="en-IN" sz="3200" b="1" spc="-20" dirty="0">
                <a:solidFill>
                  <a:srgbClr val="FF0000"/>
                </a:solidFill>
                <a:latin typeface="Arial" panose="020B0604020202020204" pitchFamily="34" charset="0"/>
                <a:cs typeface="Arial" panose="020B0604020202020204" pitchFamily="34" charset="0"/>
              </a:rPr>
              <a:t>OUTPUT</a:t>
            </a:r>
            <a:br>
              <a:rPr lang="en-IN" sz="3200" dirty="0">
                <a:latin typeface="Arial" panose="020B0604020202020204" pitchFamily="34" charset="0"/>
                <a:cs typeface="Arial" panose="020B0604020202020204" pitchFamily="34" charset="0"/>
              </a:rPr>
            </a:br>
            <a:br>
              <a:rPr lang="en-IN" sz="3200" dirty="0">
                <a:latin typeface="Arial" panose="020B0604020202020204"/>
                <a:cs typeface="Arial" panose="020B0604020202020204"/>
              </a:rPr>
            </a:br>
            <a:endParaRPr lang="en-IN" spc="-20" dirty="0"/>
          </a:p>
        </p:txBody>
      </p:sp>
      <p:pic>
        <p:nvPicPr>
          <p:cNvPr id="4" name="object 4">
            <a:extLst>
              <a:ext uri="{FF2B5EF4-FFF2-40B4-BE49-F238E27FC236}">
                <a16:creationId xmlns:a16="http://schemas.microsoft.com/office/drawing/2014/main" id="{07863D57-EDA2-FEA6-F45C-B765444449A7}"/>
              </a:ext>
            </a:extLst>
          </p:cNvPr>
          <p:cNvPicPr/>
          <p:nvPr/>
        </p:nvPicPr>
        <p:blipFill>
          <a:blip r:embed="rId2" cstate="print"/>
          <a:stretch>
            <a:fillRect/>
          </a:stretch>
        </p:blipFill>
        <p:spPr>
          <a:xfrm>
            <a:off x="841714" y="222888"/>
            <a:ext cx="1057189" cy="1048127"/>
          </a:xfrm>
          <a:prstGeom prst="rect">
            <a:avLst/>
          </a:prstGeom>
        </p:spPr>
      </p:pic>
      <p:pic>
        <p:nvPicPr>
          <p:cNvPr id="3" name="Picture 2" descr="WhatsApp Image 2025-05-18 at 11.32.25 PM (1)">
            <a:extLst>
              <a:ext uri="{FF2B5EF4-FFF2-40B4-BE49-F238E27FC236}">
                <a16:creationId xmlns:a16="http://schemas.microsoft.com/office/drawing/2014/main" id="{CCB67485-1EE0-E082-B635-9E7C1B2C00DA}"/>
              </a:ext>
            </a:extLst>
          </p:cNvPr>
          <p:cNvPicPr>
            <a:picLocks noChangeAspect="1"/>
          </p:cNvPicPr>
          <p:nvPr/>
        </p:nvPicPr>
        <p:blipFill>
          <a:blip r:embed="rId3"/>
          <a:stretch>
            <a:fillRect/>
          </a:stretch>
        </p:blipFill>
        <p:spPr>
          <a:xfrm>
            <a:off x="2057146" y="1216743"/>
            <a:ext cx="8159497" cy="5504537"/>
          </a:xfrm>
          <a:prstGeom prst="rect">
            <a:avLst/>
          </a:prstGeom>
        </p:spPr>
      </p:pic>
      <p:pic>
        <p:nvPicPr>
          <p:cNvPr id="5" name="object 5">
            <a:extLst>
              <a:ext uri="{FF2B5EF4-FFF2-40B4-BE49-F238E27FC236}">
                <a16:creationId xmlns:a16="http://schemas.microsoft.com/office/drawing/2014/main" id="{D9C732BF-74D6-C9D7-7C3E-FB26F987A6B6}"/>
              </a:ext>
            </a:extLst>
          </p:cNvPr>
          <p:cNvPicPr/>
          <p:nvPr/>
        </p:nvPicPr>
        <p:blipFill>
          <a:blip r:embed="rId4" cstate="print"/>
          <a:stretch>
            <a:fillRect/>
          </a:stretch>
        </p:blipFill>
        <p:spPr>
          <a:xfrm>
            <a:off x="10515600" y="222888"/>
            <a:ext cx="1155192" cy="1103376"/>
          </a:xfrm>
          <a:prstGeom prst="rect">
            <a:avLst/>
          </a:prstGeom>
        </p:spPr>
      </p:pic>
    </p:spTree>
    <p:extLst>
      <p:ext uri="{BB962C8B-B14F-4D97-AF65-F5344CB8AC3E}">
        <p14:creationId xmlns:p14="http://schemas.microsoft.com/office/powerpoint/2010/main" val="1020078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3233" y="237871"/>
            <a:ext cx="7685532" cy="1003935"/>
          </a:xfrm>
          <a:prstGeom prst="rect">
            <a:avLst/>
          </a:prstGeom>
        </p:spPr>
        <p:txBody>
          <a:bodyPr vert="horz" wrap="square" lIns="0" tIns="512267" rIns="0" bIns="0" rtlCol="0">
            <a:spAutoFit/>
          </a:bodyPr>
          <a:lstStyle/>
          <a:p>
            <a:pPr marL="12700" algn="ctr">
              <a:lnSpc>
                <a:spcPct val="100000"/>
              </a:lnSpc>
              <a:spcBef>
                <a:spcPts val="95"/>
              </a:spcBef>
            </a:pPr>
            <a:r>
              <a:rPr lang="en-US" spc="-60" dirty="0"/>
              <a:t>CONCLUSION</a:t>
            </a:r>
          </a:p>
        </p:txBody>
      </p:sp>
      <p:sp>
        <p:nvSpPr>
          <p:cNvPr id="3" name="object 3"/>
          <p:cNvSpPr txBox="1"/>
          <p:nvPr/>
        </p:nvSpPr>
        <p:spPr>
          <a:xfrm>
            <a:off x="788467" y="1600200"/>
            <a:ext cx="10389870" cy="4087495"/>
          </a:xfrm>
          <a:prstGeom prst="rect">
            <a:avLst/>
          </a:prstGeom>
        </p:spPr>
        <p:txBody>
          <a:bodyPr vert="horz" wrap="square" lIns="0" tIns="80645" rIns="0" bIns="0" rtlCol="0">
            <a:spAutoFit/>
          </a:bodyPr>
          <a:lstStyle/>
          <a:p>
            <a:pPr marL="12065" marR="36830" indent="0">
              <a:lnSpc>
                <a:spcPct val="80000"/>
              </a:lnSpc>
              <a:spcBef>
                <a:spcPts val="635"/>
              </a:spcBef>
              <a:buSzPct val="95000"/>
              <a:buNone/>
              <a:tabLst>
                <a:tab pos="241300" algn="l"/>
                <a:tab pos="247015" algn="l"/>
              </a:tabLst>
            </a:pPr>
            <a:endParaRPr lang="en-US" altLang="en-US" sz="3400" b="1" dirty="0">
              <a:latin typeface="Times New Roman" panose="02020603050405020304" charset="0"/>
              <a:cs typeface="Times New Roman" panose="02020603050405020304" charset="0"/>
            </a:endParaRPr>
          </a:p>
          <a:p>
            <a:pPr marL="12065" marR="36830" indent="0">
              <a:lnSpc>
                <a:spcPct val="80000"/>
              </a:lnSpc>
              <a:spcBef>
                <a:spcPts val="635"/>
              </a:spcBef>
              <a:buSzPct val="95000"/>
              <a:buNone/>
              <a:tabLst>
                <a:tab pos="241300" algn="l"/>
                <a:tab pos="247015" algn="l"/>
              </a:tabLst>
            </a:pPr>
            <a:r>
              <a:rPr lang="en-US" altLang="en-US" sz="3400" dirty="0">
                <a:latin typeface="Times New Roman" panose="02020603050405020304" charset="0"/>
                <a:cs typeface="Times New Roman" panose="02020603050405020304" charset="0"/>
              </a:rPr>
              <a:t>The Recycling Center Management System successfully optimizes operations and promotes sustainability by efficiently managing users, materials, collections, inventory, and transactions.This system enhances waste management efficiency, supports environmental conservation, and contributes to a sustainable future.</a:t>
            </a:r>
          </a:p>
          <a:p>
            <a:pPr marL="241300" marR="36830" indent="-229235">
              <a:lnSpc>
                <a:spcPct val="80000"/>
              </a:lnSpc>
              <a:spcBef>
                <a:spcPts val="635"/>
              </a:spcBef>
              <a:buSzPct val="95000"/>
              <a:buAutoNum type="arabicPeriod"/>
              <a:tabLst>
                <a:tab pos="241300" algn="l"/>
                <a:tab pos="247015" algn="l"/>
              </a:tabLst>
            </a:pPr>
            <a:endParaRPr lang="en-US" altLang="en-US" sz="3400" dirty="0">
              <a:latin typeface="Bodoni MT" panose="02070603080606020203" charset="0"/>
              <a:cs typeface="Bodoni MT" panose="02070603080606020203" charset="0"/>
            </a:endParaRPr>
          </a:p>
          <a:p>
            <a:pPr marL="241300" marR="36830" indent="-229235">
              <a:lnSpc>
                <a:spcPct val="80000"/>
              </a:lnSpc>
              <a:spcBef>
                <a:spcPts val="635"/>
              </a:spcBef>
              <a:buSzPct val="95000"/>
              <a:buAutoNum type="arabicPeriod"/>
              <a:tabLst>
                <a:tab pos="241300" algn="l"/>
                <a:tab pos="247015" algn="l"/>
              </a:tabLst>
            </a:pPr>
            <a:endParaRPr lang="en-US" altLang="en-US" sz="3400" dirty="0">
              <a:latin typeface="Bodoni MT" panose="02070603080606020203" charset="0"/>
              <a:cs typeface="Bodoni MT" panose="02070603080606020203" charset="0"/>
            </a:endParaRPr>
          </a:p>
        </p:txBody>
      </p:sp>
      <p:pic>
        <p:nvPicPr>
          <p:cNvPr id="4" name="object 4"/>
          <p:cNvPicPr/>
          <p:nvPr/>
        </p:nvPicPr>
        <p:blipFill>
          <a:blip r:embed="rId2" cstate="print"/>
          <a:stretch>
            <a:fillRect/>
          </a:stretch>
        </p:blipFill>
        <p:spPr>
          <a:xfrm>
            <a:off x="841714" y="222888"/>
            <a:ext cx="1057189" cy="1048127"/>
          </a:xfrm>
          <a:prstGeom prst="rect">
            <a:avLst/>
          </a:prstGeom>
        </p:spPr>
      </p:pic>
      <p:pic>
        <p:nvPicPr>
          <p:cNvPr id="5" name="object 5">
            <a:extLst>
              <a:ext uri="{FF2B5EF4-FFF2-40B4-BE49-F238E27FC236}">
                <a16:creationId xmlns:a16="http://schemas.microsoft.com/office/drawing/2014/main" id="{F9EF765D-E047-5930-38AC-3E19D0E7FC3B}"/>
              </a:ext>
            </a:extLst>
          </p:cNvPr>
          <p:cNvPicPr/>
          <p:nvPr/>
        </p:nvPicPr>
        <p:blipFill>
          <a:blip r:embed="rId3" cstate="print"/>
          <a:stretch>
            <a:fillRect/>
          </a:stretch>
        </p:blipFill>
        <p:spPr>
          <a:xfrm>
            <a:off x="10515600" y="237871"/>
            <a:ext cx="1155192" cy="11033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rot="5400000">
            <a:off x="11734800" y="1752600"/>
            <a:ext cx="3342004" cy="135293"/>
          </a:xfrm>
          <a:prstGeom prst="rect">
            <a:avLst/>
          </a:prstGeom>
        </p:spPr>
        <p:txBody>
          <a:bodyPr vert="horz" wrap="square" lIns="0" tIns="12065" rIns="0" bIns="0" rtlCol="0">
            <a:spAutoFit/>
          </a:bodyPr>
          <a:lstStyle/>
          <a:p>
            <a:pPr marL="12700">
              <a:lnSpc>
                <a:spcPct val="100000"/>
              </a:lnSpc>
              <a:spcBef>
                <a:spcPts val="95"/>
              </a:spcBef>
            </a:pPr>
            <a:endParaRPr sz="800" dirty="0"/>
          </a:p>
        </p:txBody>
      </p:sp>
      <p:pic>
        <p:nvPicPr>
          <p:cNvPr id="3" name="object 2"/>
          <p:cNvPicPr/>
          <p:nvPr/>
        </p:nvPicPr>
        <p:blipFill>
          <a:blip r:embed="rId2" cstate="print"/>
          <a:stretch>
            <a:fillRect/>
          </a:stretch>
        </p:blipFill>
        <p:spPr>
          <a:xfrm>
            <a:off x="4191000" y="1447800"/>
            <a:ext cx="3696292" cy="3552748"/>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28*170"/>
  <p:tag name="TABLE_ENDDRAG_RECT" val="7*180*928*17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415</Words>
  <Application>Microsoft Office PowerPoint</Application>
  <PresentationFormat>Widescreen</PresentationFormat>
  <Paragraphs>43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Bodoni MT</vt:lpstr>
      <vt:lpstr>Times New Roman</vt:lpstr>
      <vt:lpstr>Wingdings</vt:lpstr>
      <vt:lpstr>Office Theme</vt:lpstr>
      <vt:lpstr>K.RAMAKRISHNAN COLLEGE OF ENGINEERING  (AUTONOMOUS), TRICHY</vt:lpstr>
      <vt:lpstr>PRESENTATION OVERVIEW</vt:lpstr>
      <vt:lpstr>OBJECTIVE</vt:lpstr>
      <vt:lpstr>DATABASE DESIGN</vt:lpstr>
      <vt:lpstr>DIAGRAM FOR PROPOSED SYSTEM</vt:lpstr>
      <vt:lpstr>MODULES</vt:lpstr>
      <vt:lpstr>MODULES</vt:lpstr>
      <vt:lpstr> MODULE IMPLEMENTATION </vt:lpstr>
      <vt:lpstr>MODULE IMPLEMENTATION   </vt:lpstr>
      <vt:lpstr>OUTPUT  </vt:lpstr>
      <vt:lpstr>OUTPUT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K.RAMAKRISHNAN COLLEGE OF TECHNOLOGY (AUTONOMOUS), TRICHY</dc:title>
  <dc:creator>AJMAL AHAMED</dc:creator>
  <cp:lastModifiedBy>Neha Henin</cp:lastModifiedBy>
  <cp:revision>14</cp:revision>
  <dcterms:created xsi:type="dcterms:W3CDTF">2024-06-16T11:32:00Z</dcterms:created>
  <dcterms:modified xsi:type="dcterms:W3CDTF">2025-05-29T03:31:50Z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2024-06-16T22:00:00Z</vt:filetime>
  </property>
  <property fmtid="{D5CDD505-2E9C-101B-9397-08002B2CF9AE}" pid="3" name="Producer">
    <vt:lpwstr>iLovePDF</vt:lpwstr>
  </property>
  <property fmtid="{D5CDD505-2E9C-101B-9397-08002B2CF9AE}" pid="4" name="ICV">
    <vt:lpwstr>2D0106E297814AD18ED51CC8D77BE45B_13</vt:lpwstr>
  </property>
  <property fmtid="{D5CDD505-2E9C-101B-9397-08002B2CF9AE}" pid="5" name="KSOProductBuildVer">
    <vt:lpwstr>1033-12.2.0.19805</vt:lpwstr>
  </property>
</Properties>
</file>