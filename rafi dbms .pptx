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6" r:id="rId3"/>
    <p:sldId id="258" r:id="rId4"/>
    <p:sldId id="275" r:id="rId5"/>
    <p:sldId id="267" r:id="rId6"/>
    <p:sldId id="278" r:id="rId7"/>
    <p:sldId id="277" r:id="rId8"/>
    <p:sldId id="290" r:id="rId9"/>
    <p:sldId id="291" r:id="rId10"/>
    <p:sldId id="287" r:id="rId11"/>
    <p:sldId id="288" r:id="rId12"/>
    <p:sldId id="289" r:id="rId13"/>
    <p:sldId id="286" r:id="rId14"/>
    <p:sldId id="285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BFF4FE-4C7F-43B5-ABAF-7D84808E3F1A}" v="6" dt="2025-05-29T10:18:50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4" autoAdjust="0"/>
    <p:restoredTop sz="94660"/>
  </p:normalViewPr>
  <p:slideViewPr>
    <p:cSldViewPr showGuides="1">
      <p:cViewPr varScale="1">
        <p:scale>
          <a:sx n="98" d="100"/>
          <a:sy n="98" d="100"/>
        </p:scale>
        <p:origin x="102" y="234"/>
      </p:cViewPr>
      <p:guideLst>
        <p:guide orient="horz" pos="2888"/>
        <p:guide pos="212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Henin" userId="e9b7af8b853c90ff" providerId="LiveId" clId="{C7BFF4FE-4C7F-43B5-ABAF-7D84808E3F1A}"/>
    <pc:docChg chg="undo custSel addSld modSld sldOrd">
      <pc:chgData name="Neha Henin" userId="e9b7af8b853c90ff" providerId="LiveId" clId="{C7BFF4FE-4C7F-43B5-ABAF-7D84808E3F1A}" dt="2025-05-29T10:21:22.584" v="279" actId="1076"/>
      <pc:docMkLst>
        <pc:docMk/>
      </pc:docMkLst>
      <pc:sldChg chg="delSp modSp mod">
        <pc:chgData name="Neha Henin" userId="e9b7af8b853c90ff" providerId="LiveId" clId="{C7BFF4FE-4C7F-43B5-ABAF-7D84808E3F1A}" dt="2025-05-29T09:57:12.835" v="168" actId="1076"/>
        <pc:sldMkLst>
          <pc:docMk/>
          <pc:sldMk cId="0" sldId="256"/>
        </pc:sldMkLst>
        <pc:spChg chg="mod">
          <ac:chgData name="Neha Henin" userId="e9b7af8b853c90ff" providerId="LiveId" clId="{C7BFF4FE-4C7F-43B5-ABAF-7D84808E3F1A}" dt="2025-05-29T09:57:12.835" v="168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Neha Henin" userId="e9b7af8b853c90ff" providerId="LiveId" clId="{C7BFF4FE-4C7F-43B5-ABAF-7D84808E3F1A}" dt="2025-05-29T09:53:15.475" v="129"/>
          <ac:spMkLst>
            <pc:docMk/>
            <pc:sldMk cId="0" sldId="256"/>
            <ac:spMk id="3" creationId="{00000000-0000-0000-0000-000000000000}"/>
          </ac:spMkLst>
        </pc:spChg>
        <pc:spChg chg="mod">
          <ac:chgData name="Neha Henin" userId="e9b7af8b853c90ff" providerId="LiveId" clId="{C7BFF4FE-4C7F-43B5-ABAF-7D84808E3F1A}" dt="2025-05-29T09:57:08.292" v="167" actId="1076"/>
          <ac:spMkLst>
            <pc:docMk/>
            <pc:sldMk cId="0" sldId="256"/>
            <ac:spMk id="6" creationId="{00000000-0000-0000-0000-000000000000}"/>
          </ac:spMkLst>
        </pc:spChg>
      </pc:sldChg>
      <pc:sldChg chg="ord">
        <pc:chgData name="Neha Henin" userId="e9b7af8b853c90ff" providerId="LiveId" clId="{C7BFF4FE-4C7F-43B5-ABAF-7D84808E3F1A}" dt="2025-05-29T10:10:35.176" v="170"/>
        <pc:sldMkLst>
          <pc:docMk/>
          <pc:sldMk cId="3850835964" sldId="286"/>
        </pc:sldMkLst>
      </pc:sldChg>
      <pc:sldChg chg="addSp modSp add mod">
        <pc:chgData name="Neha Henin" userId="e9b7af8b853c90ff" providerId="LiveId" clId="{C7BFF4FE-4C7F-43B5-ABAF-7D84808E3F1A}" dt="2025-05-29T10:10:43.981" v="178" actId="20577"/>
        <pc:sldMkLst>
          <pc:docMk/>
          <pc:sldMk cId="638130777" sldId="287"/>
        </pc:sldMkLst>
        <pc:spChg chg="mod">
          <ac:chgData name="Neha Henin" userId="e9b7af8b853c90ff" providerId="LiveId" clId="{C7BFF4FE-4C7F-43B5-ABAF-7D84808E3F1A}" dt="2025-05-29T09:54:11.379" v="147" actId="5793"/>
          <ac:spMkLst>
            <pc:docMk/>
            <pc:sldMk cId="638130777" sldId="287"/>
            <ac:spMk id="4" creationId="{F643B281-287C-40B5-4F38-783A69B97AB6}"/>
          </ac:spMkLst>
        </pc:spChg>
        <pc:spChg chg="mod">
          <ac:chgData name="Neha Henin" userId="e9b7af8b853c90ff" providerId="LiveId" clId="{C7BFF4FE-4C7F-43B5-ABAF-7D84808E3F1A}" dt="2025-05-29T10:10:43.981" v="178" actId="20577"/>
          <ac:spMkLst>
            <pc:docMk/>
            <pc:sldMk cId="638130777" sldId="287"/>
            <ac:spMk id="5" creationId="{356BC68D-98A9-9CB6-62C0-00F9D7DA2720}"/>
          </ac:spMkLst>
        </pc:spChg>
        <pc:picChg chg="add mod">
          <ac:chgData name="Neha Henin" userId="e9b7af8b853c90ff" providerId="LiveId" clId="{C7BFF4FE-4C7F-43B5-ABAF-7D84808E3F1A}" dt="2025-05-29T09:55:07.578" v="152" actId="14100"/>
          <ac:picMkLst>
            <pc:docMk/>
            <pc:sldMk cId="638130777" sldId="287"/>
            <ac:picMk id="7" creationId="{CF1004C6-75AD-3AF0-8AF0-D809E50526FB}"/>
          </ac:picMkLst>
        </pc:picChg>
      </pc:sldChg>
      <pc:sldChg chg="addSp delSp modSp add mod">
        <pc:chgData name="Neha Henin" userId="e9b7af8b853c90ff" providerId="LiveId" clId="{C7BFF4FE-4C7F-43B5-ABAF-7D84808E3F1A}" dt="2025-05-29T10:10:50.666" v="185" actId="20577"/>
        <pc:sldMkLst>
          <pc:docMk/>
          <pc:sldMk cId="2452976209" sldId="288"/>
        </pc:sldMkLst>
        <pc:spChg chg="mod">
          <ac:chgData name="Neha Henin" userId="e9b7af8b853c90ff" providerId="LiveId" clId="{C7BFF4FE-4C7F-43B5-ABAF-7D84808E3F1A}" dt="2025-05-29T10:10:50.666" v="185" actId="20577"/>
          <ac:spMkLst>
            <pc:docMk/>
            <pc:sldMk cId="2452976209" sldId="288"/>
            <ac:spMk id="5" creationId="{A2D402EC-8756-BA50-9DFA-0A4B75B02825}"/>
          </ac:spMkLst>
        </pc:spChg>
        <pc:picChg chg="del">
          <ac:chgData name="Neha Henin" userId="e9b7af8b853c90ff" providerId="LiveId" clId="{C7BFF4FE-4C7F-43B5-ABAF-7D84808E3F1A}" dt="2025-05-29T09:55:16.360" v="155" actId="478"/>
          <ac:picMkLst>
            <pc:docMk/>
            <pc:sldMk cId="2452976209" sldId="288"/>
            <ac:picMk id="7" creationId="{CE961697-F904-54C2-3743-E4342F7D8CB1}"/>
          </ac:picMkLst>
        </pc:picChg>
        <pc:picChg chg="add mod">
          <ac:chgData name="Neha Henin" userId="e9b7af8b853c90ff" providerId="LiveId" clId="{C7BFF4FE-4C7F-43B5-ABAF-7D84808E3F1A}" dt="2025-05-29T09:55:58.244" v="161" actId="1076"/>
          <ac:picMkLst>
            <pc:docMk/>
            <pc:sldMk cId="2452976209" sldId="288"/>
            <ac:picMk id="8" creationId="{3A530D43-9476-4A10-CA71-4A74E8506B6D}"/>
          </ac:picMkLst>
        </pc:picChg>
      </pc:sldChg>
      <pc:sldChg chg="addSp delSp modSp add mod">
        <pc:chgData name="Neha Henin" userId="e9b7af8b853c90ff" providerId="LiveId" clId="{C7BFF4FE-4C7F-43B5-ABAF-7D84808E3F1A}" dt="2025-05-29T10:10:58.490" v="192" actId="20577"/>
        <pc:sldMkLst>
          <pc:docMk/>
          <pc:sldMk cId="59660264" sldId="289"/>
        </pc:sldMkLst>
        <pc:spChg chg="mod">
          <ac:chgData name="Neha Henin" userId="e9b7af8b853c90ff" providerId="LiveId" clId="{C7BFF4FE-4C7F-43B5-ABAF-7D84808E3F1A}" dt="2025-05-29T10:10:58.490" v="192" actId="20577"/>
          <ac:spMkLst>
            <pc:docMk/>
            <pc:sldMk cId="59660264" sldId="289"/>
            <ac:spMk id="5" creationId="{FC22F829-5E0D-9ADB-99A3-38A8B3285E92}"/>
          </ac:spMkLst>
        </pc:spChg>
        <pc:picChg chg="del">
          <ac:chgData name="Neha Henin" userId="e9b7af8b853c90ff" providerId="LiveId" clId="{C7BFF4FE-4C7F-43B5-ABAF-7D84808E3F1A}" dt="2025-05-29T09:56:01.727" v="162" actId="478"/>
          <ac:picMkLst>
            <pc:docMk/>
            <pc:sldMk cId="59660264" sldId="289"/>
            <ac:picMk id="7" creationId="{F3331D6E-1E10-CFCF-0A9A-4FA64B0C10E5}"/>
          </ac:picMkLst>
        </pc:picChg>
        <pc:picChg chg="add mod">
          <ac:chgData name="Neha Henin" userId="e9b7af8b853c90ff" providerId="LiveId" clId="{C7BFF4FE-4C7F-43B5-ABAF-7D84808E3F1A}" dt="2025-05-29T09:56:26.935" v="164" actId="1076"/>
          <ac:picMkLst>
            <pc:docMk/>
            <pc:sldMk cId="59660264" sldId="289"/>
            <ac:picMk id="8" creationId="{63301346-079D-B63C-4204-2E23FA88339E}"/>
          </ac:picMkLst>
        </pc:picChg>
      </pc:sldChg>
      <pc:sldChg chg="addSp delSp modSp add mod">
        <pc:chgData name="Neha Henin" userId="e9b7af8b853c90ff" providerId="LiveId" clId="{C7BFF4FE-4C7F-43B5-ABAF-7D84808E3F1A}" dt="2025-05-29T10:20:08.709" v="271" actId="1076"/>
        <pc:sldMkLst>
          <pc:docMk/>
          <pc:sldMk cId="3786035309" sldId="290"/>
        </pc:sldMkLst>
        <pc:spChg chg="mod">
          <ac:chgData name="Neha Henin" userId="e9b7af8b853c90ff" providerId="LiveId" clId="{C7BFF4FE-4C7F-43B5-ABAF-7D84808E3F1A}" dt="2025-05-29T10:15:04.018" v="195" actId="20577"/>
          <ac:spMkLst>
            <pc:docMk/>
            <pc:sldMk cId="3786035309" sldId="290"/>
            <ac:spMk id="4" creationId="{CA70138D-665E-0680-AFD9-F2B44D30A366}"/>
          </ac:spMkLst>
        </pc:spChg>
        <pc:spChg chg="mod">
          <ac:chgData name="Neha Henin" userId="e9b7af8b853c90ff" providerId="LiveId" clId="{C7BFF4FE-4C7F-43B5-ABAF-7D84808E3F1A}" dt="2025-05-29T10:16:15.377" v="254" actId="20577"/>
          <ac:spMkLst>
            <pc:docMk/>
            <pc:sldMk cId="3786035309" sldId="290"/>
            <ac:spMk id="5" creationId="{E8C6E58B-36AF-4D76-E407-FEFADBD065B5}"/>
          </ac:spMkLst>
        </pc:spChg>
        <pc:spChg chg="add del mod">
          <ac:chgData name="Neha Henin" userId="e9b7af8b853c90ff" providerId="LiveId" clId="{C7BFF4FE-4C7F-43B5-ABAF-7D84808E3F1A}" dt="2025-05-29T10:15:49.632" v="203" actId="22"/>
          <ac:spMkLst>
            <pc:docMk/>
            <pc:sldMk cId="3786035309" sldId="290"/>
            <ac:spMk id="7" creationId="{573219EA-B3B0-FD08-B914-7C2D2E67A284}"/>
          </ac:spMkLst>
        </pc:spChg>
        <pc:picChg chg="add mod">
          <ac:chgData name="Neha Henin" userId="e9b7af8b853c90ff" providerId="LiveId" clId="{C7BFF4FE-4C7F-43B5-ABAF-7D84808E3F1A}" dt="2025-05-29T10:20:08.709" v="271" actId="1076"/>
          <ac:picMkLst>
            <pc:docMk/>
            <pc:sldMk cId="3786035309" sldId="290"/>
            <ac:picMk id="9" creationId="{A0EDE379-3D03-B801-9472-FDC86D377764}"/>
          </ac:picMkLst>
        </pc:picChg>
        <pc:picChg chg="add mod">
          <ac:chgData name="Neha Henin" userId="e9b7af8b853c90ff" providerId="LiveId" clId="{C7BFF4FE-4C7F-43B5-ABAF-7D84808E3F1A}" dt="2025-05-29T10:19:57.160" v="269" actId="1076"/>
          <ac:picMkLst>
            <pc:docMk/>
            <pc:sldMk cId="3786035309" sldId="290"/>
            <ac:picMk id="11" creationId="{D82F7259-7D5F-5B19-1BF9-7E0D77B93B52}"/>
          </ac:picMkLst>
        </pc:picChg>
      </pc:sldChg>
      <pc:sldChg chg="addSp delSp modSp add mod">
        <pc:chgData name="Neha Henin" userId="e9b7af8b853c90ff" providerId="LiveId" clId="{C7BFF4FE-4C7F-43B5-ABAF-7D84808E3F1A}" dt="2025-05-29T10:21:22.584" v="279" actId="1076"/>
        <pc:sldMkLst>
          <pc:docMk/>
          <pc:sldMk cId="2616998520" sldId="291"/>
        </pc:sldMkLst>
        <pc:picChg chg="add del mod">
          <ac:chgData name="Neha Henin" userId="e9b7af8b853c90ff" providerId="LiveId" clId="{C7BFF4FE-4C7F-43B5-ABAF-7D84808E3F1A}" dt="2025-05-29T10:18:52.853" v="263" actId="478"/>
          <ac:picMkLst>
            <pc:docMk/>
            <pc:sldMk cId="2616998520" sldId="291"/>
            <ac:picMk id="6" creationId="{137D2C1C-FA25-1E9A-883F-56A090D2EA11}"/>
          </ac:picMkLst>
        </pc:picChg>
        <pc:picChg chg="add del mod">
          <ac:chgData name="Neha Henin" userId="e9b7af8b853c90ff" providerId="LiveId" clId="{C7BFF4FE-4C7F-43B5-ABAF-7D84808E3F1A}" dt="2025-05-29T10:20:48.162" v="276" actId="478"/>
          <ac:picMkLst>
            <pc:docMk/>
            <pc:sldMk cId="2616998520" sldId="291"/>
            <ac:picMk id="8" creationId="{254727DC-CF37-DCBF-A4C8-620D7AC8238B}"/>
          </ac:picMkLst>
        </pc:picChg>
        <pc:picChg chg="del mod">
          <ac:chgData name="Neha Henin" userId="e9b7af8b853c90ff" providerId="LiveId" clId="{C7BFF4FE-4C7F-43B5-ABAF-7D84808E3F1A}" dt="2025-05-29T10:20:35.290" v="272" actId="478"/>
          <ac:picMkLst>
            <pc:docMk/>
            <pc:sldMk cId="2616998520" sldId="291"/>
            <ac:picMk id="9" creationId="{4A69ADFE-4791-44C9-B05E-30B9E3630D7E}"/>
          </ac:picMkLst>
        </pc:picChg>
        <pc:picChg chg="add mod">
          <ac:chgData name="Neha Henin" userId="e9b7af8b853c90ff" providerId="LiveId" clId="{C7BFF4FE-4C7F-43B5-ABAF-7D84808E3F1A}" dt="2025-05-29T10:20:46.412" v="275" actId="14100"/>
          <ac:picMkLst>
            <pc:docMk/>
            <pc:sldMk cId="2616998520" sldId="291"/>
            <ac:picMk id="11" creationId="{5F28C3E0-F614-CCEB-D0B2-7BD2D21E2807}"/>
          </ac:picMkLst>
        </pc:picChg>
        <pc:picChg chg="add mod">
          <ac:chgData name="Neha Henin" userId="e9b7af8b853c90ff" providerId="LiveId" clId="{C7BFF4FE-4C7F-43B5-ABAF-7D84808E3F1A}" dt="2025-05-29T10:21:22.584" v="279" actId="1076"/>
          <ac:picMkLst>
            <pc:docMk/>
            <pc:sldMk cId="2616998520" sldId="291"/>
            <ac:picMk id="13" creationId="{231C7B2C-8A10-A17C-C5AE-16CE9843CC0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13577-4B0D-4830-A1DD-BE215A1C88E9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3B03C-3D92-4DDE-BE59-E64CB727B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60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3B03C-3D92-4DDE-BE59-E64CB727B76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143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43729" y="647867"/>
            <a:ext cx="3070225" cy="796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EC7C3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D0D0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EC7C3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D0D0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EC7C3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EC7C3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4185" y="627062"/>
            <a:ext cx="6004814" cy="72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EC7C3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1389" y="1598358"/>
            <a:ext cx="10285730" cy="4565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D0D0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0" y="4572000"/>
            <a:ext cx="4656709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225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PRESENTED</a:t>
            </a:r>
            <a:r>
              <a:rPr sz="1800" b="1" spc="1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lang="en-GB" altLang="en-US" sz="1800" b="1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Y </a:t>
            </a:r>
            <a:endParaRPr lang="en-GB" altLang="en-US" b="1" spc="-25" dirty="0">
              <a:solidFill>
                <a:srgbClr val="0000FF"/>
              </a:solidFill>
              <a:latin typeface="Arial" panose="020B0604020202020204"/>
              <a:cs typeface="Arial" panose="020B0604020202020204"/>
            </a:endParaRPr>
          </a:p>
          <a:p>
            <a:pPr marR="262255" algn="ctr">
              <a:lnSpc>
                <a:spcPct val="100000"/>
              </a:lnSpc>
              <a:spcBef>
                <a:spcPts val="100"/>
              </a:spcBef>
            </a:pPr>
            <a:r>
              <a:rPr lang="en-GB" altLang="en-US" b="1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MOHAMED RAFI M- 2303811714821017</a:t>
            </a:r>
            <a:endParaRPr lang="en-GB" altLang="en-US" sz="1800" b="1" spc="-25" dirty="0">
              <a:solidFill>
                <a:srgbClr val="0000FF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701" y="236892"/>
            <a:ext cx="1054347" cy="10406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548765" marR="5080" indent="-1268095">
              <a:lnSpc>
                <a:spcPct val="101000"/>
              </a:lnSpc>
              <a:spcBef>
                <a:spcPts val="85"/>
              </a:spcBef>
            </a:pPr>
            <a:r>
              <a:rPr sz="1800" dirty="0">
                <a:solidFill>
                  <a:srgbClr val="FF0066"/>
                </a:solidFill>
              </a:rPr>
              <a:t>K.RAMAKRISHNAN</a:t>
            </a:r>
            <a:r>
              <a:rPr sz="1800" spc="5" dirty="0">
                <a:solidFill>
                  <a:srgbClr val="FF0066"/>
                </a:solidFill>
              </a:rPr>
              <a:t> </a:t>
            </a:r>
            <a:r>
              <a:rPr sz="1800" dirty="0">
                <a:solidFill>
                  <a:srgbClr val="FF0066"/>
                </a:solidFill>
              </a:rPr>
              <a:t>COLLEGE</a:t>
            </a:r>
            <a:r>
              <a:rPr sz="1800" spc="-30" dirty="0">
                <a:solidFill>
                  <a:srgbClr val="FF0066"/>
                </a:solidFill>
              </a:rPr>
              <a:t> </a:t>
            </a:r>
            <a:r>
              <a:rPr sz="1800" dirty="0">
                <a:solidFill>
                  <a:srgbClr val="FF0066"/>
                </a:solidFill>
              </a:rPr>
              <a:t>OF</a:t>
            </a:r>
            <a:r>
              <a:rPr sz="1800" spc="-5" dirty="0">
                <a:solidFill>
                  <a:srgbClr val="FF0066"/>
                </a:solidFill>
              </a:rPr>
              <a:t> </a:t>
            </a:r>
            <a:r>
              <a:rPr sz="1800" spc="-10" dirty="0">
                <a:solidFill>
                  <a:srgbClr val="FF0066"/>
                </a:solidFill>
              </a:rPr>
              <a:t>TECHNOLOGY </a:t>
            </a:r>
            <a:r>
              <a:rPr sz="1800" dirty="0">
                <a:solidFill>
                  <a:srgbClr val="FF0066"/>
                </a:solidFill>
              </a:rPr>
              <a:t>(AUTONOMOUS),</a:t>
            </a:r>
            <a:r>
              <a:rPr sz="1800" spc="-55" dirty="0">
                <a:solidFill>
                  <a:srgbClr val="FF0066"/>
                </a:solidFill>
              </a:rPr>
              <a:t> </a:t>
            </a:r>
            <a:r>
              <a:rPr sz="1800" spc="-10" dirty="0">
                <a:solidFill>
                  <a:srgbClr val="FF0066"/>
                </a:solidFill>
              </a:rPr>
              <a:t>TRICHY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1752600" y="2266545"/>
            <a:ext cx="76377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altLang="en-US" sz="2800" b="1" dirty="0">
                <a:solidFill>
                  <a:srgbClr val="FF0066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lang="en-US" altLang="en-GB" sz="2800" b="1" dirty="0">
                <a:solidFill>
                  <a:srgbClr val="FF0066"/>
                </a:solidFill>
                <a:latin typeface="Arial" panose="020B0604020202020204"/>
                <a:cs typeface="Arial" panose="020B0604020202020204"/>
              </a:rPr>
              <a:t>           </a:t>
            </a:r>
            <a:r>
              <a:rPr lang="en-US" altLang="en-GB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MEDICATION REMINDER SYSTEM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800" y="352425"/>
            <a:ext cx="1152525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4400" y="1511300"/>
            <a:ext cx="10134599" cy="3594100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0" indent="0" algn="l"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en-US" alt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Medication Reminder System is designed to help individuals take their medications on time through automated alerts and notifications.</a:t>
            </a: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ensures proper medication adherence by storing user schedules and sending timely reminders.</a:t>
            </a: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uses a relational database to manage user information, medication details, and reminder logs</a:t>
            </a: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55000"/>
              </a:lnSpc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04185" y="627062"/>
            <a:ext cx="6004814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>
              <a:lnSpc>
                <a:spcPct val="100000"/>
              </a:lnSpc>
              <a:spcBef>
                <a:spcPts val="105"/>
              </a:spcBef>
            </a:pPr>
            <a:r>
              <a:rPr lang="en-GB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3785" y="1752600"/>
            <a:ext cx="10044430" cy="4170680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Medication Reminder System helps individuals take their medications on time through automated alerts.</a:t>
            </a: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ensures proper medication adherence by tracking dosage schedules and notifying users.</a:t>
            </a: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is beneficial for elderly patients, individuals with chronic conditions, and busy professionals who may forget their medications.</a:t>
            </a:r>
          </a:p>
          <a:p>
            <a:pPr marL="285750" indent="-285750" algn="l">
              <a:lnSpc>
                <a:spcPct val="155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reduces human dependency by providing a digital solution for medication tracking.</a:t>
            </a:r>
          </a:p>
          <a:p>
            <a:pPr marL="297815" marR="5080" indent="-285750" algn="just">
              <a:lnSpc>
                <a:spcPct val="151000"/>
              </a:lnSpc>
              <a:spcBef>
                <a:spcPts val="150"/>
              </a:spcBef>
              <a:buClr>
                <a:srgbClr val="0D0D0D"/>
              </a:buClr>
              <a:buFont typeface="Arial" panose="020B0604020202020204" pitchFamily="34" charset="0"/>
              <a:buChar char="•"/>
              <a:tabLst>
                <a:tab pos="298450" algn="l"/>
              </a:tabLs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30780" y="626745"/>
            <a:ext cx="6269355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>
              <a:lnSpc>
                <a:spcPct val="100000"/>
              </a:lnSpc>
              <a:spcBef>
                <a:spcPts val="105"/>
              </a:spcBef>
            </a:pPr>
            <a:r>
              <a:rPr lang="en-IN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GB" altLang="en-IN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ABOUT </a:t>
            </a:r>
            <a:r>
              <a:rPr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</a:t>
            </a:r>
            <a:r>
              <a:rPr lang="en-IN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JECT</a:t>
            </a:r>
            <a:r>
              <a:rPr lang="en-GB" altLang="en-IN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04185" y="627062"/>
            <a:ext cx="6004814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</a:t>
            </a:r>
            <a:r>
              <a:rPr lang="en-GB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POSED ARCHITECTURE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FEF77D2-1E3A-BBDD-0106-66F88287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293" y="1325207"/>
            <a:ext cx="8931414" cy="47705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2190" y="651510"/>
            <a:ext cx="668909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7230" algn="l"/>
              </a:tabLst>
            </a:pPr>
            <a:r>
              <a:rPr spc="-75" dirty="0">
                <a:solidFill>
                  <a:srgbClr val="FF0066"/>
                </a:solidFill>
              </a:rPr>
              <a:t> </a:t>
            </a:r>
            <a:r>
              <a:rPr lang="en-GB" spc="-75" dirty="0">
                <a:solidFill>
                  <a:srgbClr val="FF0066"/>
                </a:solidFill>
              </a:rPr>
              <a:t>      </a:t>
            </a:r>
            <a:r>
              <a:rPr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GB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EXPLANATION ADVANTAGE</a:t>
            </a:r>
            <a:endParaRPr spc="-20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21982"/>
            <a:ext cx="1054347" cy="10406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6075" y="495300"/>
            <a:ext cx="1152525" cy="10953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4880" y="1700530"/>
            <a:ext cx="10013315" cy="4124960"/>
          </a:xfrm>
          <a:prstGeom prst="rect">
            <a:avLst/>
          </a:prstGeom>
        </p:spPr>
        <p:txBody>
          <a:bodyPr vert="horz" wrap="square" lIns="0" tIns="10795" rIns="0" bIns="0" rtlCol="0">
            <a:noAutofit/>
          </a:bodyPr>
          <a:lstStyle/>
          <a:p>
            <a:pPr marL="374650" indent="-285750">
              <a:buFont typeface="Arial" panose="020B0604020202020204" pitchFamily="34" charset="0"/>
              <a:buChar char="•"/>
            </a:pPr>
            <a:endParaRPr lang="en-US" alt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74650" indent="-285750">
              <a:buFont typeface="Arial" panose="020B0604020202020204" pitchFamily="34" charset="0"/>
              <a:buChar char="•"/>
            </a:pPr>
            <a:endParaRPr lang="en-US" alt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ts val="825"/>
              </a:lnSpc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7CD76-7CD1-6C9A-8114-A788ADC00C74}"/>
              </a:ext>
            </a:extLst>
          </p:cNvPr>
          <p:cNvSpPr txBox="1"/>
          <p:nvPr/>
        </p:nvSpPr>
        <p:spPr>
          <a:xfrm>
            <a:off x="1143000" y="2274838"/>
            <a:ext cx="93630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user-friendly application where users can register, add medications, and set reminders based on dosage schedules.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database-driven system that stores user data, medication details, and logs reminder notifications efficiently.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alerts and logs missed doses, allowing users to track their medication intake history.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notification methods, including if possible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push notifications, ensuring accessibility.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0770" y="1478280"/>
            <a:ext cx="9958705" cy="4302760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285750" indent="-285750" algn="just">
              <a:lnSpc>
                <a:spcPct val="148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Management Module: </a:t>
            </a:r>
            <a:r>
              <a:rPr lang="en-US" alt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Handles user registration, login, and profile management.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Medication Management Module: </a:t>
            </a:r>
            <a:r>
              <a:rPr lang="en-US" alt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Allows users to input medicine name, dosage, and frequency.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Reminder Module: </a:t>
            </a:r>
            <a:r>
              <a:rPr lang="en-US" alt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Sends scheduled notifications via SMS, email, or push notifications.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Report Module: </a:t>
            </a:r>
            <a:r>
              <a:rPr lang="en-US" alt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Tracks medication history and missed doses for health monitoring.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 Module: </a:t>
            </a:r>
            <a:r>
              <a:rPr lang="en-US" alt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Ensures data protection, encryption, and user authentication.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04185" y="627062"/>
            <a:ext cx="6004814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>
              <a:lnSpc>
                <a:spcPct val="100000"/>
              </a:lnSpc>
              <a:spcBef>
                <a:spcPts val="105"/>
              </a:spcBef>
            </a:pPr>
            <a:r>
              <a:rPr lang="en-GB" spc="-35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930" y="1746250"/>
            <a:ext cx="11736070" cy="3992245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Prevents missed doses by providing timely alerts and reminders.</a:t>
            </a:r>
          </a:p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Improves health outcomes by ensuring proper medication adherence without human dependency.</a:t>
            </a:r>
          </a:p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Reduces caregiver burden by automating the reminder process for elderly or dependent users.</a:t>
            </a:r>
          </a:p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Enhances medical record management by digitally storing and organizing medication history.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77110" y="626745"/>
            <a:ext cx="6731635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 algn="l">
              <a:lnSpc>
                <a:spcPct val="100000"/>
              </a:lnSpc>
              <a:spcBef>
                <a:spcPts val="105"/>
              </a:spcBef>
            </a:pPr>
            <a:r>
              <a:rPr lang="en-GB" spc="-35" dirty="0">
                <a:solidFill>
                  <a:srgbClr val="FF0066"/>
                </a:solidFill>
              </a:rPr>
              <a:t>             </a:t>
            </a:r>
            <a:r>
              <a:rPr lang="en-GB" spc="-35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8F423B-FC35-35D6-7BDB-7003E4FA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C3B440A-E972-9F94-1116-1926281A83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6338A019-A093-6FAF-599A-2BE0A262AA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A70138D-665E-0680-AFD9-F2B44D30A366}"/>
              </a:ext>
            </a:extLst>
          </p:cNvPr>
          <p:cNvSpPr txBox="1"/>
          <p:nvPr/>
        </p:nvSpPr>
        <p:spPr>
          <a:xfrm>
            <a:off x="74930" y="1746250"/>
            <a:ext cx="11736070" cy="3992245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8C6E58B-36AF-4D76-E407-FEFADBD06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7110" y="626745"/>
            <a:ext cx="6731635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 algn="l">
              <a:lnSpc>
                <a:spcPct val="100000"/>
              </a:lnSpc>
              <a:spcBef>
                <a:spcPts val="105"/>
              </a:spcBef>
            </a:pPr>
            <a:r>
              <a:rPr lang="en-GB" spc="-35" dirty="0">
                <a:solidFill>
                  <a:srgbClr val="FF0066"/>
                </a:solidFill>
              </a:rPr>
              <a:t>                  SOURCE CODE </a:t>
            </a:r>
            <a:endParaRPr lang="en-GB" spc="-35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EDE379-3D03-B801-9472-FDC86D377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387296"/>
            <a:ext cx="4394445" cy="52137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2F7259-7D5F-5B19-1BF9-7E0D77B93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714" y="1176225"/>
            <a:ext cx="4882105" cy="559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035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044159-F065-CC61-64AE-95323139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E3D0A98-93DA-5419-6D01-9200A5B71D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B2D73608-7415-5ECE-823D-857789A731B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308882E-93F9-9935-E05A-83D944C9A9C5}"/>
              </a:ext>
            </a:extLst>
          </p:cNvPr>
          <p:cNvSpPr txBox="1"/>
          <p:nvPr/>
        </p:nvSpPr>
        <p:spPr>
          <a:xfrm>
            <a:off x="74930" y="1746250"/>
            <a:ext cx="11736070" cy="3992245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EE9C0A7-7479-7026-23CE-60532F759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7110" y="626745"/>
            <a:ext cx="6731635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 algn="l">
              <a:lnSpc>
                <a:spcPct val="100000"/>
              </a:lnSpc>
              <a:spcBef>
                <a:spcPts val="105"/>
              </a:spcBef>
            </a:pPr>
            <a:r>
              <a:rPr lang="en-GB" spc="-35" dirty="0">
                <a:solidFill>
                  <a:srgbClr val="FF0066"/>
                </a:solidFill>
              </a:rPr>
              <a:t>                  SOURCE CODE </a:t>
            </a:r>
            <a:endParaRPr lang="en-GB" spc="-35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28C3E0-F614-CCEB-D0B2-7BD2D21E28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96" y="1485901"/>
            <a:ext cx="5087685" cy="5295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1C7B2C-8A10-A17C-C5AE-16CE9843CC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379" y="1647479"/>
            <a:ext cx="5468113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98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3837-340B-909C-FA13-3A63E76F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57BFE88-73C9-1D68-2A9F-99A595842E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D4FD69B9-D1E3-9515-936C-1B5EAC6ECC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643B281-287C-40B5-4F38-783A69B97AB6}"/>
              </a:ext>
            </a:extLst>
          </p:cNvPr>
          <p:cNvSpPr txBox="1"/>
          <p:nvPr/>
        </p:nvSpPr>
        <p:spPr>
          <a:xfrm>
            <a:off x="74930" y="1746250"/>
            <a:ext cx="11736070" cy="3992245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990600" algn="l">
              <a:lnSpc>
                <a:spcPct val="200000"/>
              </a:lnSpc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56BC68D-98A9-9CB6-62C0-00F9D7DA2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7110" y="626745"/>
            <a:ext cx="6731635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 algn="l">
              <a:lnSpc>
                <a:spcPct val="100000"/>
              </a:lnSpc>
              <a:spcBef>
                <a:spcPts val="105"/>
              </a:spcBef>
            </a:pPr>
            <a:r>
              <a:rPr lang="en-GB" spc="-35" dirty="0">
                <a:solidFill>
                  <a:srgbClr val="FF0066"/>
                </a:solidFill>
              </a:rPr>
              <a:t>                     </a:t>
            </a:r>
            <a:r>
              <a:rPr lang="en-GB" spc="-35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1004C6-75AD-3AF0-8AF0-D809E5052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254" y="1600200"/>
            <a:ext cx="7234745" cy="376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0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A440-1B50-904C-61E2-87C7BE67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8E7349A-A90F-F8B6-80EF-7A97476224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8D0B9F3D-11D4-203E-CDDD-1E81887209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00B17919-BC56-F2AF-0FDD-10A011E17CEC}"/>
              </a:ext>
            </a:extLst>
          </p:cNvPr>
          <p:cNvSpPr txBox="1"/>
          <p:nvPr/>
        </p:nvSpPr>
        <p:spPr>
          <a:xfrm>
            <a:off x="74930" y="1746250"/>
            <a:ext cx="11736070" cy="3992245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990600" algn="l">
              <a:lnSpc>
                <a:spcPct val="200000"/>
              </a:lnSpc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2D402EC-8756-BA50-9DFA-0A4B75B028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7110" y="626745"/>
            <a:ext cx="6731635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 algn="l">
              <a:lnSpc>
                <a:spcPct val="100000"/>
              </a:lnSpc>
              <a:spcBef>
                <a:spcPts val="105"/>
              </a:spcBef>
            </a:pPr>
            <a:r>
              <a:rPr lang="en-GB" spc="-35" dirty="0">
                <a:solidFill>
                  <a:srgbClr val="FF0066"/>
                </a:solidFill>
              </a:rPr>
              <a:t>                    </a:t>
            </a:r>
            <a:r>
              <a:rPr lang="en-GB" spc="-35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530D43-9476-4A10-CA71-4A74E8506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726" y="1676400"/>
            <a:ext cx="7796402" cy="385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76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F12B0-46F6-BCB3-724B-462412B3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19B7AFA-B108-077A-D12B-09D8D46CDD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47377786-B8D2-2FDF-4C80-375C1D6216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1162A07-94CD-C53F-AC57-B21D07689801}"/>
              </a:ext>
            </a:extLst>
          </p:cNvPr>
          <p:cNvSpPr txBox="1"/>
          <p:nvPr/>
        </p:nvSpPr>
        <p:spPr>
          <a:xfrm>
            <a:off x="74930" y="1746250"/>
            <a:ext cx="11736070" cy="3992245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990600" algn="l">
              <a:lnSpc>
                <a:spcPct val="200000"/>
              </a:lnSpc>
            </a:pPr>
            <a:endParaRPr lang="en-US" alt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C22F829-5E0D-9ADB-99A3-38A8B3285E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7110" y="626745"/>
            <a:ext cx="6731635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 algn="l">
              <a:lnSpc>
                <a:spcPct val="100000"/>
              </a:lnSpc>
              <a:spcBef>
                <a:spcPts val="105"/>
              </a:spcBef>
            </a:pPr>
            <a:r>
              <a:rPr lang="en-GB" spc="-35" dirty="0">
                <a:solidFill>
                  <a:srgbClr val="FF0066"/>
                </a:solidFill>
              </a:rPr>
              <a:t>                    </a:t>
            </a:r>
            <a:r>
              <a:rPr lang="en-GB" spc="-35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301346-079D-B63C-4204-2E23FA883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774" y="1767327"/>
            <a:ext cx="8640381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0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F2EF4B-55A4-4CFF-9AFF-9AD6F172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6A62606-6624-2CE1-E8E5-E5DCD930DC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51" y="284517"/>
            <a:ext cx="1054347" cy="104069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B3328296-9B29-345B-D204-DE7253E640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3700" y="381000"/>
            <a:ext cx="1152525" cy="11049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0CA1FAE-DD9B-2AEE-4EA3-21CED46C2E74}"/>
              </a:ext>
            </a:extLst>
          </p:cNvPr>
          <p:cNvSpPr txBox="1"/>
          <p:nvPr/>
        </p:nvSpPr>
        <p:spPr>
          <a:xfrm>
            <a:off x="74930" y="1746250"/>
            <a:ext cx="11736070" cy="3992245"/>
          </a:xfrm>
          <a:prstGeom prst="rect">
            <a:avLst/>
          </a:prstGeom>
        </p:spPr>
        <p:txBody>
          <a:bodyPr vert="horz" wrap="square" lIns="0" tIns="19050" rIns="0" bIns="0" rtlCol="0">
            <a:noAutofit/>
          </a:bodyPr>
          <a:lstStyle/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Medication Reminder System simplifies medication management, reducing health risks due to missed doses.</a:t>
            </a:r>
          </a:p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improvements, like AI-based reminders and wearable integrations, can enhance its effectiveness further.</a:t>
            </a:r>
          </a:p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can be expanded to support multiple users in a family or integrate with electronic health records (EHRs) for better healthcare tracking.</a:t>
            </a:r>
          </a:p>
          <a:p>
            <a:pPr marL="12763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system can be integrated with pharmacies and healthcare providers to enable prescription refills and doctor alerts.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95BC1BB-F0F9-1025-B7F0-B46931F6C1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7110" y="626745"/>
            <a:ext cx="6731635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 algn="l">
              <a:lnSpc>
                <a:spcPct val="100000"/>
              </a:lnSpc>
              <a:spcBef>
                <a:spcPts val="105"/>
              </a:spcBef>
            </a:pPr>
            <a:r>
              <a:rPr lang="en-GB" spc="-35" dirty="0">
                <a:solidFill>
                  <a:srgbClr val="FF0066"/>
                </a:solidFill>
              </a:rPr>
              <a:t>             </a:t>
            </a:r>
            <a:r>
              <a:rPr lang="en-GB" spc="-35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50835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0" y="3200400"/>
            <a:ext cx="3886200" cy="990600"/>
          </a:xfrm>
        </p:spPr>
        <p:txBody>
          <a:bodyPr/>
          <a:lstStyle/>
          <a:p>
            <a:r>
              <a:rPr lang="en-IN" sz="36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436</Words>
  <Application>Microsoft Office PowerPoint</Application>
  <PresentationFormat>Widescreen</PresentationFormat>
  <Paragraphs>51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Arial MT</vt:lpstr>
      <vt:lpstr>Calibri</vt:lpstr>
      <vt:lpstr>Times New Roman</vt:lpstr>
      <vt:lpstr>Office Theme</vt:lpstr>
      <vt:lpstr>K.RAMAKRISHNAN COLLEGE OF TECHNOLOGY (AUTONOMOUS), TRICHY</vt:lpstr>
      <vt:lpstr>          ABSTRACT</vt:lpstr>
      <vt:lpstr>INTRODUCTION ABOUT PROJECT </vt:lpstr>
      <vt:lpstr>PROPOSED ARCHITECTURE</vt:lpstr>
      <vt:lpstr>       PROPOSED EXPLANATION ADVANTAGE</vt:lpstr>
      <vt:lpstr>MODULES OF PROJECTS</vt:lpstr>
      <vt:lpstr>             ADVANTAGES</vt:lpstr>
      <vt:lpstr>                  SOURCE CODE </vt:lpstr>
      <vt:lpstr>                  SOURCE CODE </vt:lpstr>
      <vt:lpstr>                     OUTPUT</vt:lpstr>
      <vt:lpstr>                    OUTPUT</vt:lpstr>
      <vt:lpstr>                    OUTPUT</vt:lpstr>
      <vt:lpstr>            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K.RAMAKRISHNAN COLLEGE OF TECHNOLOGY (AUTONOMOUS), TRICHY</dc:title>
  <dc:creator>Manojkumar Chandrasekar</dc:creator>
  <cp:lastModifiedBy>Neha Henin</cp:lastModifiedBy>
  <cp:revision>6</cp:revision>
  <dcterms:created xsi:type="dcterms:W3CDTF">2024-05-30T06:38:00Z</dcterms:created>
  <dcterms:modified xsi:type="dcterms:W3CDTF">2025-05-29T10:21:29Z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2024-03-22T11:00:00Z</vt:filetime>
  </property>
  <property fmtid="{D5CDD505-2E9C-101B-9397-08002B2CF9AE}" pid="3" name="LastSaved">
    <vt:filetime>2024-05-30T11:00:00Z</vt:filetime>
  </property>
  <property fmtid="{D5CDD505-2E9C-101B-9397-08002B2CF9AE}" pid="4" name="ICV">
    <vt:lpwstr>B7F298ACFCC240C5A4213676A8CF8A98_13</vt:lpwstr>
  </property>
  <property fmtid="{D5CDD505-2E9C-101B-9397-08002B2CF9AE}" pid="5" name="KSOProductBuildVer">
    <vt:lpwstr>2057-12.2.0.19821</vt:lpwstr>
  </property>
</Properties>
</file>