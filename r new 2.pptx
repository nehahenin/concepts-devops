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12192000" cy="6858000"/>
  <p:embeddedFontLst>
    <p:embeddedFont>
      <p:font typeface="Arial Narrow" panose="020B0606020202030204" pitchFamily="34" charset="0"/>
      <p:regular r:id="rId16"/>
      <p:bold r:id="rId17"/>
      <p:italic r:id="rId18"/>
      <p:boldItalic r:id="rId19"/>
    </p:embeddedFont>
    <p:embeddedFont>
      <p:font typeface="Arimo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3kHFRP+CHk+FLzfuNXdxmDY+k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7EC090-15BC-4887-9453-0117948600B6}" v="11" dt="2025-05-28T13:49:38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92" y="72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9807882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8777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1843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010ecbb2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010ecbb2c_0_1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5010ecbb2c_0_14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3295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010ecbb2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010ecbb2c_0_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35010ecbb2c_0_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905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616D297-0BD4-BCFF-BADF-715D5BDE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010ecbb2c_0_1:notes">
            <a:extLst>
              <a:ext uri="{FF2B5EF4-FFF2-40B4-BE49-F238E27FC236}">
                <a16:creationId xmlns:a16="http://schemas.microsoft.com/office/drawing/2014/main" id="{42457932-3EA1-727F-918E-A36730EC2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010ecbb2c_0_1:notes">
            <a:extLst>
              <a:ext uri="{FF2B5EF4-FFF2-40B4-BE49-F238E27FC236}">
                <a16:creationId xmlns:a16="http://schemas.microsoft.com/office/drawing/2014/main" id="{ED29DD07-5E19-F26E-A5A0-0A709019CF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35010ecbb2c_0_1:notes">
            <a:extLst>
              <a:ext uri="{FF2B5EF4-FFF2-40B4-BE49-F238E27FC236}">
                <a16:creationId xmlns:a16="http://schemas.microsoft.com/office/drawing/2014/main" id="{B90C0A54-CE67-32DD-2DCE-088AEED663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6271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9242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419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8233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2270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2919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1998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9313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1507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597204" y="1479444"/>
            <a:ext cx="10424795" cy="463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597204" y="1479444"/>
            <a:ext cx="10424795" cy="463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566779" y="5761204"/>
            <a:ext cx="4202755" cy="67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PRESENTED BY</a:t>
            </a:r>
            <a:endParaRPr sz="21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635" lvl="0" indent="0" algn="ctr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NEHA HENIN J – AM2325</a:t>
            </a:r>
            <a:endParaRPr sz="21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62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2306320" marR="5080" lvl="0" indent="-14179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K.RAMAKRISHNAN COLLEGE OF TECHNOLOGY (AUTONOMOUS), TRICHY</a:t>
            </a:r>
          </a:p>
        </p:txBody>
      </p:sp>
      <p:sp>
        <p:nvSpPr>
          <p:cNvPr id="50" name="Google Shape;50;p1"/>
          <p:cNvSpPr txBox="1"/>
          <p:nvPr/>
        </p:nvSpPr>
        <p:spPr>
          <a:xfrm>
            <a:off x="2668156" y="5340915"/>
            <a:ext cx="9870568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911350" marR="5080" lvl="0" indent="-189928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        </a:t>
            </a:r>
            <a:endParaRPr sz="36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/>
          <p:nvPr/>
        </p:nvSpPr>
        <p:spPr>
          <a:xfrm>
            <a:off x="13138" y="2287197"/>
            <a:ext cx="124206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a Sales Dataset into </a:t>
            </a:r>
          </a:p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Subsets Using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5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7593289" y="5624326"/>
            <a:ext cx="3441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endParaRPr sz="1900" dirty="0">
              <a:solidFill>
                <a:srgbClr val="FF006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900" b="1" dirty="0" err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Mrs.SANTHOSHINI</a:t>
            </a:r>
            <a:r>
              <a:rPr lang="en-US" sz="19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AP/AI</a:t>
            </a:r>
            <a:endParaRPr sz="19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title"/>
          </p:nvPr>
        </p:nvSpPr>
        <p:spPr>
          <a:xfrm>
            <a:off x="1988057" y="340306"/>
            <a:ext cx="7685532" cy="81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8225" rIns="0" bIns="0" anchor="t" anchorCtr="0">
            <a:spAutoFit/>
          </a:bodyPr>
          <a:lstStyle/>
          <a:p>
            <a:pPr marL="13049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OVERVIEW</a:t>
            </a:r>
            <a:endParaRPr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4151249" y="1181521"/>
            <a:ext cx="7685700" cy="665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Objective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Problem statement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Existing system and its drawback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Proposed system and it’s advantage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Block diagram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Dataflow Diagram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Module </a:t>
            </a:r>
            <a:r>
              <a:rPr lang="en-IN" sz="2400" b="1" dirty="0" err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splitup</a:t>
            </a:r>
            <a:endParaRPr lang="en-IN" sz="2400" b="1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Module explanation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Screenshot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Conclusion</a:t>
            </a:r>
          </a:p>
          <a:p>
            <a:pPr marL="762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762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010ecbb2c_0_14"/>
          <p:cNvSpPr txBox="1"/>
          <p:nvPr/>
        </p:nvSpPr>
        <p:spPr>
          <a:xfrm>
            <a:off x="909451" y="798116"/>
            <a:ext cx="9095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0000"/>
                </a:solidFill>
              </a:rPr>
              <a:t>OBJECTIVE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68" name="Google Shape;68;g35010ecbb2c_0_14"/>
          <p:cNvSpPr txBox="1"/>
          <p:nvPr/>
        </p:nvSpPr>
        <p:spPr>
          <a:xfrm>
            <a:off x="909451" y="2317847"/>
            <a:ext cx="108225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69" name="Google Shape;69;g35010ecbb2c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389" y="5657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5010ecbb2c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5151" y="631781"/>
            <a:ext cx="1057175" cy="10097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58883" y="2643386"/>
            <a:ext cx="9937792" cy="94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segment the sales dataset into monthly subsets using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tidyr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enabling</a:t>
            </a:r>
          </a:p>
          <a:p>
            <a:pPr lvl="2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streamlined analysis and Improved data clarity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010ecbb2c_0_1"/>
          <p:cNvSpPr txBox="1"/>
          <p:nvPr/>
        </p:nvSpPr>
        <p:spPr>
          <a:xfrm>
            <a:off x="2919609" y="430351"/>
            <a:ext cx="4992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0000"/>
                </a:solidFill>
              </a:rPr>
              <a:t>PROBLEM STATEMENT</a:t>
            </a:r>
            <a:endParaRPr sz="3000" dirty="0">
              <a:solidFill>
                <a:srgbClr val="FF0000"/>
              </a:solidFill>
            </a:endParaRPr>
          </a:p>
        </p:txBody>
      </p:sp>
      <p:pic>
        <p:nvPicPr>
          <p:cNvPr id="78" name="Google Shape;78;g35010ecbb2c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25" y="222900"/>
            <a:ext cx="1014025" cy="100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5010ecbb2c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2352" y="320001"/>
            <a:ext cx="939950" cy="8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1695B33-CEF8-08F6-3934-12BAC8C08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013" y="2418139"/>
            <a:ext cx="1134797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The problem faced is sales data was combined in one file without clear separation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 by month, making it hard to analyze or report on monthly performance.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26B05BCA-CA89-9336-AD0A-5B2AF4EA7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010ecbb2c_0_1">
            <a:extLst>
              <a:ext uri="{FF2B5EF4-FFF2-40B4-BE49-F238E27FC236}">
                <a16:creationId xmlns:a16="http://schemas.microsoft.com/office/drawing/2014/main" id="{97066690-A89D-9036-037A-B0F31BC8F119}"/>
              </a:ext>
            </a:extLst>
          </p:cNvPr>
          <p:cNvSpPr txBox="1"/>
          <p:nvPr/>
        </p:nvSpPr>
        <p:spPr>
          <a:xfrm>
            <a:off x="2598042" y="222900"/>
            <a:ext cx="6995916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endParaRPr lang="en-IN" sz="3200" b="1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0000"/>
                </a:solidFill>
              </a:rPr>
              <a:t>EXISTING SYSTEM AND ITS DRAWBACK</a:t>
            </a:r>
            <a:endParaRPr sz="3000" dirty="0">
              <a:solidFill>
                <a:srgbClr val="FF0000"/>
              </a:solidFill>
            </a:endParaRPr>
          </a:p>
        </p:txBody>
      </p:sp>
      <p:pic>
        <p:nvPicPr>
          <p:cNvPr id="78" name="Google Shape;78;g35010ecbb2c_0_1">
            <a:extLst>
              <a:ext uri="{FF2B5EF4-FFF2-40B4-BE49-F238E27FC236}">
                <a16:creationId xmlns:a16="http://schemas.microsoft.com/office/drawing/2014/main" id="{10D2BD9B-DB1A-CA0C-E43D-7627AF9542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25" y="222900"/>
            <a:ext cx="1014025" cy="100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5010ecbb2c_0_1">
            <a:extLst>
              <a:ext uri="{FF2B5EF4-FFF2-40B4-BE49-F238E27FC236}">
                <a16:creationId xmlns:a16="http://schemas.microsoft.com/office/drawing/2014/main" id="{AA912799-F7E9-2056-5C7C-D26E4CC3A3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2352" y="320001"/>
            <a:ext cx="939950" cy="8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2025034-7F24-64C7-81DA-AA8B44862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288" y="2155726"/>
            <a:ext cx="103188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Existing System:</a:t>
            </a:r>
            <a:br>
              <a:rPr lang="en-US" sz="2400" dirty="0"/>
            </a:br>
            <a:r>
              <a:rPr lang="en-US" sz="2400" dirty="0"/>
              <a:t>All sales records are stored in a single dataset without monthly separation.</a:t>
            </a:r>
          </a:p>
          <a:p>
            <a:r>
              <a:rPr lang="en-US" sz="2400" b="1" dirty="0"/>
              <a:t>Drawback:</a:t>
            </a:r>
            <a:br>
              <a:rPr lang="en-US" sz="2400" dirty="0"/>
            </a:br>
            <a:r>
              <a:rPr lang="en-US" sz="2400" dirty="0"/>
              <a:t>This makes it time-consuming to filter data, identify monthly trends, and</a:t>
            </a:r>
          </a:p>
          <a:p>
            <a:r>
              <a:rPr lang="en-US" sz="2400" dirty="0"/>
              <a:t> generate specific reports.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3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6003631" y="2967335"/>
            <a:ext cx="18473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0" cap="none">
              <a:solidFill>
                <a:schemeClr val="dk1"/>
              </a:solidFill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038599" y="3997661"/>
            <a:ext cx="3352799" cy="1290935"/>
          </a:xfrm>
          <a:prstGeom prst="ellipse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Calculation</a:t>
            </a:r>
            <a:endParaRPr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530194" y="5478517"/>
            <a:ext cx="2383170" cy="1066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D427D"/>
              </a:gs>
              <a:gs pos="80000">
                <a:srgbClr val="7A57A5"/>
              </a:gs>
              <a:gs pos="100000">
                <a:srgbClr val="7A56A7"/>
              </a:gs>
            </a:gsLst>
            <a:lin ang="16200000" scaled="0"/>
          </a:gradFill>
          <a:ln w="9525" cap="flat" cmpd="sng">
            <a:solidFill>
              <a:srgbClr val="7C5F9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035669" y="1676400"/>
            <a:ext cx="3775331" cy="1649888"/>
          </a:xfrm>
          <a:prstGeom prst="cloud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Database </a:t>
            </a:r>
          </a:p>
          <a:p>
            <a:pPr lvl="0" algn="ctr"/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(CSV / RDS File)</a:t>
            </a:r>
            <a:endParaRPr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038600" y="1676400"/>
            <a:ext cx="3352799" cy="1649887"/>
          </a:xfrm>
          <a:prstGeom prst="cloud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59024" y="1676256"/>
            <a:ext cx="2590800" cy="1649887"/>
          </a:xfrm>
          <a:prstGeom prst="cloud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(Shiny Frontend)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Google Shape;93;p3"/>
          <p:cNvCxnSpPr>
            <a:stCxn id="88" idx="4"/>
            <a:endCxn id="89" idx="1"/>
          </p:cNvCxnSpPr>
          <p:nvPr/>
        </p:nvCxnSpPr>
        <p:spPr>
          <a:xfrm rot="-5400000" flipH="1">
            <a:off x="6760949" y="4242646"/>
            <a:ext cx="723300" cy="2815200"/>
          </a:xfrm>
          <a:prstGeom prst="bentConnector2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5" name="Google Shape;95;p3"/>
          <p:cNvCxnSpPr>
            <a:stCxn id="91" idx="0"/>
            <a:endCxn id="90" idx="2"/>
          </p:cNvCxnSpPr>
          <p:nvPr/>
        </p:nvCxnSpPr>
        <p:spPr>
          <a:xfrm>
            <a:off x="7388605" y="2501344"/>
            <a:ext cx="658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6" name="Google Shape;96;p3"/>
          <p:cNvCxnSpPr>
            <a:stCxn id="92" idx="0"/>
            <a:endCxn id="91" idx="2"/>
          </p:cNvCxnSpPr>
          <p:nvPr/>
        </p:nvCxnSpPr>
        <p:spPr>
          <a:xfrm>
            <a:off x="3247665" y="2501200"/>
            <a:ext cx="801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" name="Google Shape;97;p3"/>
          <p:cNvCxnSpPr>
            <a:stCxn id="90" idx="1"/>
            <a:endCxn id="88" idx="0"/>
          </p:cNvCxnSpPr>
          <p:nvPr/>
        </p:nvCxnSpPr>
        <p:spPr>
          <a:xfrm rot="5400000">
            <a:off x="7482535" y="1556931"/>
            <a:ext cx="673200" cy="4208400"/>
          </a:xfrm>
          <a:prstGeom prst="bentConnector3">
            <a:avLst>
              <a:gd name="adj1" fmla="val 50574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3"/>
          <p:cNvSpPr/>
          <p:nvPr/>
        </p:nvSpPr>
        <p:spPr>
          <a:xfrm>
            <a:off x="4636308" y="2146523"/>
            <a:ext cx="20514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Logic    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ShinyBackend</a:t>
            </a:r>
            <a:r>
              <a:rPr lang="en-IN" b="1" dirty="0"/>
              <a:t>)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5262" y="5813224"/>
            <a:ext cx="17636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Display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3795012" y="525264"/>
            <a:ext cx="49649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DATAFLOW DIAGRAM</a:t>
            </a:r>
            <a:endParaRPr lang="en-IN" sz="3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1222247" y="156851"/>
            <a:ext cx="7685532" cy="82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425" rIns="0" bIns="0" anchor="t" anchorCtr="0">
            <a:spAutoFit/>
          </a:bodyPr>
          <a:lstStyle/>
          <a:p>
            <a:pPr marL="1034414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0000"/>
                </a:solidFill>
              </a:rPr>
              <a:t>LIST OF MODULES</a:t>
            </a:r>
          </a:p>
        </p:txBody>
      </p:sp>
      <p:sp>
        <p:nvSpPr>
          <p:cNvPr id="103" name="Google Shape;103;p4"/>
          <p:cNvSpPr txBox="1"/>
          <p:nvPr/>
        </p:nvSpPr>
        <p:spPr>
          <a:xfrm>
            <a:off x="917244" y="6434734"/>
            <a:ext cx="451484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2/7/20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2362200" y="3362393"/>
            <a:ext cx="6324600" cy="71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067865" y="1922265"/>
            <a:ext cx="7267903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Management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Evaluation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Tracking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and Result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Module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>
            <a:spLocks noGrp="1"/>
          </p:cNvSpPr>
          <p:nvPr>
            <p:ph type="title"/>
          </p:nvPr>
        </p:nvSpPr>
        <p:spPr>
          <a:xfrm>
            <a:off x="1057596" y="334018"/>
            <a:ext cx="7685532" cy="82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175" rIns="0" bIns="0" anchor="t" anchorCtr="0">
            <a:spAutoFit/>
          </a:bodyPr>
          <a:lstStyle/>
          <a:p>
            <a:pPr marL="269494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MODULES DESCRIPTION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370308" y="1968254"/>
            <a:ext cx="9512354" cy="3892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USER INTERFACE MODULE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Builds the quiz layout and allows user interaction.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QUESTION MANAGEMENT MODULE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Loads and displays questions dynamically from data sources.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ANSWER EVALUATION MODULE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Compares user answers with correct ones to check accuracy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2305049" y="0"/>
            <a:ext cx="7685532" cy="248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225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MODULES DESCRIPTION</a:t>
            </a:r>
            <a:br>
              <a:rPr lang="en-US" b="0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br>
              <a:rPr lang="en-US" sz="3200" dirty="0">
                <a:solidFill>
                  <a:srgbClr val="FF0000"/>
                </a:solidFill>
                <a:sym typeface="Arial"/>
              </a:rPr>
            </a:br>
            <a:endParaRPr dirty="0">
              <a:solidFill>
                <a:srgbClr val="FF0000"/>
              </a:solidFill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1676400" y="1871991"/>
            <a:ext cx="18473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88731" y="1271015"/>
            <a:ext cx="112775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14248" y="1889850"/>
            <a:ext cx="1047671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SCORE TRACKING MODULE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Monitors and updates the user’s score during the quiz.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FEEDBACK AND RESULT MODULE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Provides instant feedback and shows final results.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DATA STORAGE MODULE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Handles storage of questions, answers, and user performance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81000"/>
            <a:ext cx="1054699" cy="1042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9400" y="463877"/>
            <a:ext cx="1155192" cy="110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15" y="2253006"/>
            <a:ext cx="5432243" cy="3535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593" y="2253006"/>
            <a:ext cx="5617999" cy="3535052"/>
          </a:xfrm>
          <a:prstGeom prst="rect">
            <a:avLst/>
          </a:prstGeom>
        </p:spPr>
      </p:pic>
      <p:sp>
        <p:nvSpPr>
          <p:cNvPr id="4" name="AutoShape 2" descr="Finger Arrow PNG Images - CleanPNG"/>
          <p:cNvSpPr>
            <a:spLocks noChangeAspect="1" noChangeArrowheads="1"/>
          </p:cNvSpPr>
          <p:nvPr/>
        </p:nvSpPr>
        <p:spPr bwMode="auto">
          <a:xfrm>
            <a:off x="1816698" y="3550844"/>
            <a:ext cx="1492109" cy="1492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Finger Arrow PNG Images - CleanPNG"/>
          <p:cNvSpPr>
            <a:spLocks noChangeAspect="1" noChangeArrowheads="1"/>
          </p:cNvSpPr>
          <p:nvPr/>
        </p:nvSpPr>
        <p:spPr bwMode="auto">
          <a:xfrm>
            <a:off x="-1055802" y="-144463"/>
            <a:ext cx="1516177" cy="103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6" descr="Finger Arrow PNG Images - Clean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7"/>
          <a:srcRect l="-551105" t="-47806" r="386358" b="68478"/>
          <a:stretch/>
        </p:blipFill>
        <p:spPr>
          <a:xfrm>
            <a:off x="1450668" y="3930599"/>
            <a:ext cx="896112" cy="56141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2752" y="738566"/>
            <a:ext cx="663995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IMPLEMENTATION</a:t>
            </a:r>
            <a:r>
              <a:rPr lang="en-US" sz="3000" b="1" dirty="0"/>
              <a:t> </a:t>
            </a:r>
            <a:r>
              <a:rPr lang="en-US" sz="3000" b="1" dirty="0">
                <a:solidFill>
                  <a:srgbClr val="FF0000"/>
                </a:solidFill>
              </a:rPr>
              <a:t>SCREENSHOTS</a:t>
            </a:r>
            <a:endParaRPr lang="en-IN" sz="3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2434635" y="679097"/>
            <a:ext cx="768553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0000"/>
                </a:solidFill>
              </a:rPr>
              <a:t>IMPLEMENTATION</a:t>
            </a:r>
            <a:r>
              <a:rPr lang="en-US" dirty="0"/>
              <a:t> </a:t>
            </a:r>
            <a:r>
              <a:rPr lang="en-US" sz="3000" dirty="0">
                <a:solidFill>
                  <a:srgbClr val="FF0000"/>
                </a:solidFill>
              </a:rPr>
              <a:t>SCREENSHOTS</a:t>
            </a:r>
            <a:endParaRPr sz="3000" dirty="0">
              <a:solidFill>
                <a:srgbClr val="FF0000"/>
              </a:solidFill>
            </a:endParaRPr>
          </a:p>
        </p:txBody>
      </p:sp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276553"/>
            <a:ext cx="1054699" cy="1042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42448" y="373583"/>
            <a:ext cx="1152244" cy="1103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879600"/>
            <a:ext cx="5530213" cy="39522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1434" y="1879600"/>
            <a:ext cx="5693790" cy="3952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22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CONCLUSION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/>
          <p:nvPr/>
        </p:nvSpPr>
        <p:spPr>
          <a:xfrm>
            <a:off x="1523998" y="2286000"/>
            <a:ext cx="1066800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98903" y="2098615"/>
            <a:ext cx="84368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Fun Quiz App is an interactive learning tool developed using R and Shiny, designed to make quizzes engaging, dynamic, and educational. It integrates essential modules such as user interface, question management, real-time evaluation, score tracking, and feedback display. This application enhances the learning experience by offering immediate results, easy customization, and a user-friendly platform for both learners and educators.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3400" y="1524000"/>
            <a:ext cx="3696292" cy="3552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376</Words>
  <Application>Microsoft Office PowerPoint</Application>
  <PresentationFormat>Widescreen</PresentationFormat>
  <Paragraphs>63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Arimo</vt:lpstr>
      <vt:lpstr>Calibri</vt:lpstr>
      <vt:lpstr>Arial Narrow</vt:lpstr>
      <vt:lpstr>Wingdings</vt:lpstr>
      <vt:lpstr>Times New Roman</vt:lpstr>
      <vt:lpstr>Noto Sans Symbols</vt:lpstr>
      <vt:lpstr>Arial</vt:lpstr>
      <vt:lpstr>Office Theme</vt:lpstr>
      <vt:lpstr>K.RAMAKRISHNAN COLLEGE OF TECHNOLOGY (AUTONOMOUS), TRICHY</vt:lpstr>
      <vt:lpstr>PRESENTATION OVERVIEW</vt:lpstr>
      <vt:lpstr>PowerPoint Presentation</vt:lpstr>
      <vt:lpstr>PowerPoint Presentation</vt:lpstr>
      <vt:lpstr>PowerPoint Presentation</vt:lpstr>
      <vt:lpstr>DATAFLOW DIAGRAM</vt:lpstr>
      <vt:lpstr>LIST OF MODULES</vt:lpstr>
      <vt:lpstr>MODULES DESCRIPTION</vt:lpstr>
      <vt:lpstr>MODULES DESCRIPTION   </vt:lpstr>
      <vt:lpstr>PowerPoint Presentation</vt:lpstr>
      <vt:lpstr>IMPLEMENTATION SCREENSHOTS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K.RAMAKRISHNAN COLLEGE OF TECHNOLOGY (AUTONOMOUS), TRICHY</dc:title>
  <dc:creator>AJMAL AHAMED</dc:creator>
  <cp:lastModifiedBy>Neha Henin</cp:lastModifiedBy>
  <cp:revision>12</cp:revision>
  <dcterms:created xsi:type="dcterms:W3CDTF">2024-06-16T11:32:42Z</dcterms:created>
  <dcterms:modified xsi:type="dcterms:W3CDTF">2025-05-28T14:18:02Z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2024-06-16T00:00:00Z</vt:filetime>
  </property>
  <property fmtid="{D5CDD505-2E9C-101B-9397-08002B2CF9AE}" pid="3" name="Producer">
    <vt:lpwstr>iLovePDF</vt:lpwstr>
  </property>
</Properties>
</file>