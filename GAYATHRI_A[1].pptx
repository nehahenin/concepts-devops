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Arim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3kHFRP+CHk+FLzfuNXdxmDY+k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8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807882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7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184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10ecb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10ecbb2c_0_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5010ecbb2c_0_14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29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90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9242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9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233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270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919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998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31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50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1253500" y="5875000"/>
            <a:ext cx="36303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sz="2100" b="1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GAYATHRI.A-LAM24001</a:t>
            </a:r>
            <a:endParaRPr sz="21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306320" marR="5080" lvl="0" indent="-14179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K.RAMAKRISHNAN COLLEGE OF TECHNOLOGY (AUTONOMOUS), TRICHY</a:t>
            </a:r>
            <a:endParaRPr sz="2000"/>
          </a:p>
        </p:txBody>
      </p:sp>
      <p:sp>
        <p:nvSpPr>
          <p:cNvPr id="50" name="Google Shape;50;p1"/>
          <p:cNvSpPr txBox="1"/>
          <p:nvPr/>
        </p:nvSpPr>
        <p:spPr>
          <a:xfrm>
            <a:off x="2563170" y="1802281"/>
            <a:ext cx="9870568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11350" marR="5080" lvl="0" indent="-189928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        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0" y="1416210"/>
            <a:ext cx="124206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Creating a Fun Quiz App </a:t>
            </a:r>
            <a:endParaRPr sz="4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Using R and Shiny </a:t>
            </a:r>
            <a:endParaRPr sz="4500" b="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462150" y="5768500"/>
            <a:ext cx="344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FF0066"/>
                </a:solidFill>
              </a:rPr>
              <a:t>GUIDED BY</a:t>
            </a:r>
            <a:endParaRPr sz="1900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hlink"/>
                </a:solidFill>
              </a:rPr>
              <a:t>Mrs.SANTHOSHINI, AP/AI</a:t>
            </a:r>
            <a:endParaRPr sz="19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988057" y="340306"/>
            <a:ext cx="7685532" cy="81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8225" rIns="0" bIns="0" anchor="t" anchorCtr="0">
            <a:spAutoFit/>
          </a:bodyPr>
          <a:lstStyle/>
          <a:p>
            <a:pPr marL="130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PRESENTATION OVERVIEW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455825" y="2202750"/>
            <a:ext cx="7685700" cy="499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Problem Identification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Objective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Dataflow </a:t>
            </a:r>
            <a:r>
              <a:rPr lang="en-IN" sz="2400" b="1" dirty="0" err="1">
                <a:latin typeface="Arial Narrow"/>
                <a:ea typeface="Arial Narrow"/>
                <a:cs typeface="Arial Narrow"/>
                <a:sym typeface="Arial Narrow"/>
              </a:rPr>
              <a:t>Daigram</a:t>
            </a:r>
            <a:endParaRPr lang="en-IN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List OF Modules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Module Description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Implementation Screenshots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010ecbb2c_0_14"/>
          <p:cNvSpPr txBox="1"/>
          <p:nvPr/>
        </p:nvSpPr>
        <p:spPr>
          <a:xfrm>
            <a:off x="909451" y="798116"/>
            <a:ext cx="9095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PROBLEM IDENTIFICATION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68" name="Google Shape;68;g35010ecbb2c_0_14"/>
          <p:cNvSpPr txBox="1"/>
          <p:nvPr/>
        </p:nvSpPr>
        <p:spPr>
          <a:xfrm>
            <a:off x="497175" y="2177425"/>
            <a:ext cx="1082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69" name="Google Shape;69;g35010ecbb2c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389" y="5657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5010ecbb2c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5151" y="631781"/>
            <a:ext cx="1057175" cy="100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72569" y="1613146"/>
            <a:ext cx="6840334" cy="3712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methods often fail to engage users effectively.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quiz evaluation lacks real-time feedback capabilities.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R tools do not offer user-friendly, interactive quiz solutions.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Customizing quizzes without programming knowledge is challenging.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/>
          <p:cNvSpPr txBox="1"/>
          <p:nvPr/>
        </p:nvSpPr>
        <p:spPr>
          <a:xfrm>
            <a:off x="2919609" y="430351"/>
            <a:ext cx="4992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OBJECTIVE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48737" y="2043554"/>
            <a:ext cx="9344025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interactive and engaging quiz application using R and Shiny. It aims to enhance user learning through dynamic question display, real-time feedback, and score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0" cap="none">
              <a:solidFill>
                <a:schemeClr val="dk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038599" y="3997661"/>
            <a:ext cx="3352799" cy="1290935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Calculation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530194" y="5478517"/>
            <a:ext cx="2383170" cy="1066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035669" y="1676400"/>
            <a:ext cx="3775331" cy="1649888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Database </a:t>
            </a:r>
          </a:p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(CSV / RDS File)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038600" y="1676400"/>
            <a:ext cx="3352799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9024" y="1676256"/>
            <a:ext cx="2590800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(Shiny Frontend)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Google Shape;93;p3"/>
          <p:cNvCxnSpPr>
            <a:stCxn id="88" idx="4"/>
            <a:endCxn id="89" idx="1"/>
          </p:cNvCxnSpPr>
          <p:nvPr/>
        </p:nvCxnSpPr>
        <p:spPr>
          <a:xfrm rot="-5400000" flipH="1">
            <a:off x="6760949" y="4242646"/>
            <a:ext cx="723300" cy="28152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5" name="Google Shape;95;p3"/>
          <p:cNvCxnSpPr>
            <a:stCxn id="91" idx="0"/>
            <a:endCxn id="90" idx="2"/>
          </p:cNvCxnSpPr>
          <p:nvPr/>
        </p:nvCxnSpPr>
        <p:spPr>
          <a:xfrm>
            <a:off x="7388605" y="2501344"/>
            <a:ext cx="65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6" name="Google Shape;96;p3"/>
          <p:cNvCxnSpPr>
            <a:stCxn id="92" idx="0"/>
            <a:endCxn id="91" idx="2"/>
          </p:cNvCxnSpPr>
          <p:nvPr/>
        </p:nvCxnSpPr>
        <p:spPr>
          <a:xfrm>
            <a:off x="3247665" y="2501200"/>
            <a:ext cx="801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3"/>
          <p:cNvCxnSpPr>
            <a:stCxn id="90" idx="1"/>
            <a:endCxn id="88" idx="0"/>
          </p:cNvCxnSpPr>
          <p:nvPr/>
        </p:nvCxnSpPr>
        <p:spPr>
          <a:xfrm rot="5400000">
            <a:off x="7482535" y="1556931"/>
            <a:ext cx="673200" cy="4208400"/>
          </a:xfrm>
          <a:prstGeom prst="bentConnector3">
            <a:avLst>
              <a:gd name="adj1" fmla="val 5057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4636308" y="2146523"/>
            <a:ext cx="20514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Logic    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ShinyBackend</a:t>
            </a:r>
            <a:r>
              <a:rPr lang="en-IN" b="1" dirty="0"/>
              <a:t>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5262" y="5813224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Display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3795012" y="525264"/>
            <a:ext cx="4964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DATAFLOW DIAGRAM</a:t>
            </a:r>
            <a:endParaRPr lang="en-IN" sz="3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222247" y="156851"/>
            <a:ext cx="7685532" cy="8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425" rIns="0" bIns="0" anchor="t" anchorCtr="0">
            <a:spAutoFit/>
          </a:bodyPr>
          <a:lstStyle/>
          <a:p>
            <a:pPr marL="103441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103" name="Google Shape;103;p4"/>
          <p:cNvSpPr txBox="1"/>
          <p:nvPr/>
        </p:nvSpPr>
        <p:spPr>
          <a:xfrm>
            <a:off x="917244" y="6434734"/>
            <a:ext cx="451484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2362200" y="3362393"/>
            <a:ext cx="6324600" cy="71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067865" y="1922265"/>
            <a:ext cx="726790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Management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Evaluation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Tracking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Result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Module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1057596" y="334018"/>
            <a:ext cx="7685532" cy="82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175" rIns="0" bIns="0" anchor="t" anchorCtr="0">
            <a:spAutoFit/>
          </a:bodyPr>
          <a:lstStyle/>
          <a:p>
            <a:pPr marL="26949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370308" y="1968254"/>
            <a:ext cx="9512354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USER INTERFACE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Builds the quiz layout and allows user interaction.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QUESTION MANAGEMENT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Loads and displays questions dynamically from data sources.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ANSWER EVALUATION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Compares user answers with correct ones to check accuracy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2305049" y="0"/>
            <a:ext cx="7685532" cy="24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br>
              <a:rPr lang="en-US" b="0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br>
              <a:rPr lang="en-US" sz="3200" dirty="0">
                <a:solidFill>
                  <a:srgbClr val="FF0000"/>
                </a:solidFill>
                <a:sym typeface="Arial"/>
              </a:rPr>
            </a:br>
            <a:endParaRPr dirty="0">
              <a:solidFill>
                <a:srgbClr val="FF0000"/>
              </a:solidFill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676400" y="1871991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8731" y="1271015"/>
            <a:ext cx="11277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4248" y="1889850"/>
            <a:ext cx="104767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SCORE TRACKING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Monitors and updates the user’s score during the quiz.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FEEDBACK AND RESULT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instant feedback and shows final results.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DATA STORAGE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Handles storage of questions, answers, and user performance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1000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9400" y="463877"/>
            <a:ext cx="1155192" cy="11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15" y="2253006"/>
            <a:ext cx="5432243" cy="3535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93" y="2253006"/>
            <a:ext cx="5617999" cy="3535052"/>
          </a:xfrm>
          <a:prstGeom prst="rect">
            <a:avLst/>
          </a:prstGeom>
        </p:spPr>
      </p:pic>
      <p:sp>
        <p:nvSpPr>
          <p:cNvPr id="4" name="AutoShape 2" descr="Finger Arrow PNG Images - CleanPNG"/>
          <p:cNvSpPr>
            <a:spLocks noChangeAspect="1" noChangeArrowheads="1"/>
          </p:cNvSpPr>
          <p:nvPr/>
        </p:nvSpPr>
        <p:spPr bwMode="auto">
          <a:xfrm>
            <a:off x="1816698" y="3550844"/>
            <a:ext cx="1492109" cy="149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inger Arrow PNG Images - CleanPNG"/>
          <p:cNvSpPr>
            <a:spLocks noChangeAspect="1" noChangeArrowheads="1"/>
          </p:cNvSpPr>
          <p:nvPr/>
        </p:nvSpPr>
        <p:spPr bwMode="auto">
          <a:xfrm>
            <a:off x="-1055802" y="-144463"/>
            <a:ext cx="1516177" cy="1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Finger Arrow PNG Images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-551105" t="-47806" r="386358" b="68478"/>
          <a:stretch/>
        </p:blipFill>
        <p:spPr>
          <a:xfrm>
            <a:off x="1450668" y="3930599"/>
            <a:ext cx="896112" cy="5614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2752" y="738566"/>
            <a:ext cx="66399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IMPLEMENTATION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SCREENSHOTS</a:t>
            </a:r>
            <a:endParaRPr lang="en-IN" sz="3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2434635" y="679097"/>
            <a:ext cx="76855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sz="3000" dirty="0">
                <a:solidFill>
                  <a:srgbClr val="FF0000"/>
                </a:solidFill>
              </a:rPr>
              <a:t>SCREENSHOTS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76553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2448" y="373583"/>
            <a:ext cx="1152244" cy="1103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79600"/>
            <a:ext cx="5530213" cy="3952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34" y="1879600"/>
            <a:ext cx="5693790" cy="3952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523998" y="2286000"/>
            <a:ext cx="106680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98903" y="2098615"/>
            <a:ext cx="8436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 Quiz App is an interactive learning tool developed using R and Shiny, designed to make quizzes engaging, dynamic, and educational. It integrates essential modules such as user interface, question management, real-time evaluation, score tracking, and feedback display. This application enhances the learning experience by offering immediate results, easy customization, and a user-friendly platform for both learners and educators.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1524000"/>
            <a:ext cx="3696292" cy="355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348</Words>
  <Application>Microsoft Office PowerPoint</Application>
  <PresentationFormat>Widescreen</PresentationFormat>
  <Paragraphs>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Arial Narrow</vt:lpstr>
      <vt:lpstr>Arimo</vt:lpstr>
      <vt:lpstr>Wingdings</vt:lpstr>
      <vt:lpstr>Noto Sans Symbols</vt:lpstr>
      <vt:lpstr>Arial</vt:lpstr>
      <vt:lpstr>Times New Roman</vt:lpstr>
      <vt:lpstr>Office Theme</vt:lpstr>
      <vt:lpstr>K.RAMAKRISHNAN COLLEGE OF TECHNOLOGY (AUTONOMOUS), TRICHY</vt:lpstr>
      <vt:lpstr>PRESENTATION OVERVIEW</vt:lpstr>
      <vt:lpstr>PowerPoint Presentation</vt:lpstr>
      <vt:lpstr>PowerPoint Presentation</vt:lpstr>
      <vt:lpstr>DATAFLOW DIAGRAM</vt:lpstr>
      <vt:lpstr>LIST OF MODULES</vt:lpstr>
      <vt:lpstr>MODULES DESCRIPTION</vt:lpstr>
      <vt:lpstr>MODULES DESCRIPTION   </vt:lpstr>
      <vt:lpstr>PowerPoint Presentation</vt:lpstr>
      <vt:lpstr>IMPLEMENTATION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Neha Henin</cp:lastModifiedBy>
  <cp:revision>10</cp:revision>
  <dcterms:created xsi:type="dcterms:W3CDTF">2024-06-16T11:32:42Z</dcterms:created>
  <dcterms:modified xsi:type="dcterms:W3CDTF">2025-05-15T14:13:13Z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