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Arim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3kHFRP+CHk+FLzfuNXdxmDY+k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2C474B-D0D4-4AEA-9543-470E33B4FF1F}" v="17" dt="2025-05-15T15:34:01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43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B42C474B-D0D4-4AEA-9543-470E33B4FF1F}"/>
    <pc:docChg chg="undo custSel modSld">
      <pc:chgData name="Neha Henin" userId="e9b7af8b853c90ff" providerId="LiveId" clId="{B42C474B-D0D4-4AEA-9543-470E33B4FF1F}" dt="2025-05-15T15:39:01.723" v="306" actId="1076"/>
      <pc:docMkLst>
        <pc:docMk/>
      </pc:docMkLst>
      <pc:sldChg chg="addSp delSp modSp mod">
        <pc:chgData name="Neha Henin" userId="e9b7af8b853c90ff" providerId="LiveId" clId="{B42C474B-D0D4-4AEA-9543-470E33B4FF1F}" dt="2025-05-15T15:39:01.723" v="306" actId="1076"/>
        <pc:sldMkLst>
          <pc:docMk/>
          <pc:sldMk cId="0" sldId="256"/>
        </pc:sldMkLst>
        <pc:spChg chg="add del mod">
          <ac:chgData name="Neha Henin" userId="e9b7af8b853c90ff" providerId="LiveId" clId="{B42C474B-D0D4-4AEA-9543-470E33B4FF1F}" dt="2025-05-15T15:28:58.251" v="258" actId="2711"/>
          <ac:spMkLst>
            <pc:docMk/>
            <pc:sldMk cId="0" sldId="256"/>
            <ac:spMk id="47" creationId="{00000000-0000-0000-0000-000000000000}"/>
          </ac:spMkLst>
        </pc:spChg>
        <pc:spChg chg="mod">
          <ac:chgData name="Neha Henin" userId="e9b7af8b853c90ff" providerId="LiveId" clId="{B42C474B-D0D4-4AEA-9543-470E33B4FF1F}" dt="2025-05-15T15:28:42.556" v="257" actId="2057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Neha Henin" userId="e9b7af8b853c90ff" providerId="LiveId" clId="{B42C474B-D0D4-4AEA-9543-470E33B4FF1F}" dt="2025-05-15T15:39:01.723" v="306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Neha Henin" userId="e9b7af8b853c90ff" providerId="LiveId" clId="{B42C474B-D0D4-4AEA-9543-470E33B4FF1F}" dt="2025-05-15T15:28:22.016" v="254" actId="2711"/>
          <ac:spMkLst>
            <pc:docMk/>
            <pc:sldMk cId="0" sldId="256"/>
            <ac:spMk id="52" creationId="{00000000-0000-0000-0000-000000000000}"/>
          </ac:spMkLst>
        </pc:spChg>
        <pc:spChg chg="mod">
          <ac:chgData name="Neha Henin" userId="e9b7af8b853c90ff" providerId="LiveId" clId="{B42C474B-D0D4-4AEA-9543-470E33B4FF1F}" dt="2025-05-15T15:29:17.520" v="260" actId="2711"/>
          <ac:spMkLst>
            <pc:docMk/>
            <pc:sldMk cId="0" sldId="256"/>
            <ac:spMk id="53" creationId="{00000000-0000-0000-0000-000000000000}"/>
          </ac:spMkLst>
        </pc:spChg>
      </pc:sldChg>
      <pc:sldChg chg="modSp mod">
        <pc:chgData name="Neha Henin" userId="e9b7af8b853c90ff" providerId="LiveId" clId="{B42C474B-D0D4-4AEA-9543-470E33B4FF1F}" dt="2025-05-15T15:29:58.137" v="264" actId="1076"/>
        <pc:sldMkLst>
          <pc:docMk/>
          <pc:sldMk cId="0" sldId="257"/>
        </pc:sldMkLst>
        <pc:spChg chg="mod">
          <ac:chgData name="Neha Henin" userId="e9b7af8b853c90ff" providerId="LiveId" clId="{B42C474B-D0D4-4AEA-9543-470E33B4FF1F}" dt="2025-05-15T15:29:46.889" v="263" actId="2711"/>
          <ac:spMkLst>
            <pc:docMk/>
            <pc:sldMk cId="0" sldId="257"/>
            <ac:spMk id="58" creationId="{00000000-0000-0000-0000-000000000000}"/>
          </ac:spMkLst>
        </pc:spChg>
        <pc:spChg chg="mod">
          <ac:chgData name="Neha Henin" userId="e9b7af8b853c90ff" providerId="LiveId" clId="{B42C474B-D0D4-4AEA-9543-470E33B4FF1F}" dt="2025-05-15T15:29:58.137" v="264" actId="1076"/>
          <ac:spMkLst>
            <pc:docMk/>
            <pc:sldMk cId="0" sldId="257"/>
            <ac:spMk id="59" creationId="{00000000-0000-0000-0000-000000000000}"/>
          </ac:spMkLst>
        </pc:spChg>
      </pc:sldChg>
      <pc:sldChg chg="modSp mod">
        <pc:chgData name="Neha Henin" userId="e9b7af8b853c90ff" providerId="LiveId" clId="{B42C474B-D0D4-4AEA-9543-470E33B4FF1F}" dt="2025-05-15T15:33:49.270" v="295" actId="2710"/>
        <pc:sldMkLst>
          <pc:docMk/>
          <pc:sldMk cId="0" sldId="258"/>
        </pc:sldMkLst>
        <pc:spChg chg="mod">
          <ac:chgData name="Neha Henin" userId="e9b7af8b853c90ff" providerId="LiveId" clId="{B42C474B-D0D4-4AEA-9543-470E33B4FF1F}" dt="2025-05-15T15:33:49.270" v="295" actId="2710"/>
          <ac:spMkLst>
            <pc:docMk/>
            <pc:sldMk cId="0" sldId="258"/>
            <ac:spMk id="2" creationId="{00000000-0000-0000-0000-000000000000}"/>
          </ac:spMkLst>
        </pc:spChg>
        <pc:spChg chg="mod">
          <ac:chgData name="Neha Henin" userId="e9b7af8b853c90ff" providerId="LiveId" clId="{B42C474B-D0D4-4AEA-9543-470E33B4FF1F}" dt="2025-05-15T15:31:52.849" v="268" actId="1076"/>
          <ac:spMkLst>
            <pc:docMk/>
            <pc:sldMk cId="0" sldId="258"/>
            <ac:spMk id="68" creationId="{00000000-0000-0000-0000-000000000000}"/>
          </ac:spMkLst>
        </pc:spChg>
      </pc:sldChg>
      <pc:sldChg chg="addSp delSp modSp mod">
        <pc:chgData name="Neha Henin" userId="e9b7af8b853c90ff" providerId="LiveId" clId="{B42C474B-D0D4-4AEA-9543-470E33B4FF1F}" dt="2025-05-15T15:34:21.241" v="305" actId="20577"/>
        <pc:sldMkLst>
          <pc:docMk/>
          <pc:sldMk cId="0" sldId="259"/>
        </pc:sldMkLst>
        <pc:spChg chg="del mod">
          <ac:chgData name="Neha Henin" userId="e9b7af8b853c90ff" providerId="LiveId" clId="{B42C474B-D0D4-4AEA-9543-470E33B4FF1F}" dt="2025-05-15T15:16:46.319" v="105"/>
          <ac:spMkLst>
            <pc:docMk/>
            <pc:sldMk cId="0" sldId="259"/>
            <ac:spMk id="2" creationId="{00000000-0000-0000-0000-000000000000}"/>
          </ac:spMkLst>
        </pc:spChg>
        <pc:spChg chg="add">
          <ac:chgData name="Neha Henin" userId="e9b7af8b853c90ff" providerId="LiveId" clId="{B42C474B-D0D4-4AEA-9543-470E33B4FF1F}" dt="2025-05-15T15:16:30.125" v="100"/>
          <ac:spMkLst>
            <pc:docMk/>
            <pc:sldMk cId="0" sldId="259"/>
            <ac:spMk id="3" creationId="{E4333E6F-7C85-7B6F-264D-99900059C80B}"/>
          </ac:spMkLst>
        </pc:spChg>
        <pc:spChg chg="add">
          <ac:chgData name="Neha Henin" userId="e9b7af8b853c90ff" providerId="LiveId" clId="{B42C474B-D0D4-4AEA-9543-470E33B4FF1F}" dt="2025-05-15T15:16:38.708" v="101"/>
          <ac:spMkLst>
            <pc:docMk/>
            <pc:sldMk cId="0" sldId="259"/>
            <ac:spMk id="4" creationId="{FD3610B7-9A46-B9C4-52BC-18405DB62E9D}"/>
          </ac:spMkLst>
        </pc:spChg>
        <pc:spChg chg="add del mod">
          <ac:chgData name="Neha Henin" userId="e9b7af8b853c90ff" providerId="LiveId" clId="{B42C474B-D0D4-4AEA-9543-470E33B4FF1F}" dt="2025-05-15T15:34:21.241" v="305" actId="20577"/>
          <ac:spMkLst>
            <pc:docMk/>
            <pc:sldMk cId="0" sldId="259"/>
            <ac:spMk id="5" creationId="{D1695B33-CEF8-08F6-3934-12BAC8C08747}"/>
          </ac:spMkLst>
        </pc:spChg>
        <pc:spChg chg="add del mod">
          <ac:chgData name="Neha Henin" userId="e9b7af8b853c90ff" providerId="LiveId" clId="{B42C474B-D0D4-4AEA-9543-470E33B4FF1F}" dt="2025-05-15T15:26:04.862" v="239"/>
          <ac:spMkLst>
            <pc:docMk/>
            <pc:sldMk cId="0" sldId="259"/>
            <ac:spMk id="7" creationId="{8D9B4A60-CA3F-B6A8-B9A8-11490D3487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807882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7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184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10ecbb2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010ecbb2c_0_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5010ecbb2c_0_14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29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010ecbb2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010ecbb2c_0_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5010ecbb2c_0_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90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9242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419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233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2270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919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998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9313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507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597204" y="1479444"/>
            <a:ext cx="10424795" cy="463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566779" y="5761204"/>
            <a:ext cx="4202755" cy="67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PRESENTED BY</a:t>
            </a:r>
            <a:endParaRPr sz="21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635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 HENIN J – AM2325</a:t>
            </a:r>
            <a:endParaRPr sz="21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306320" marR="5080" lvl="0" indent="-14179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K.RAMAKRISHNAN COLLEGE OF TECHNOLOGY (AUTONOMOUS), TRICHY</a:t>
            </a:r>
          </a:p>
        </p:txBody>
      </p:sp>
      <p:sp>
        <p:nvSpPr>
          <p:cNvPr id="50" name="Google Shape;50;p1"/>
          <p:cNvSpPr txBox="1"/>
          <p:nvPr/>
        </p:nvSpPr>
        <p:spPr>
          <a:xfrm>
            <a:off x="2668156" y="5340915"/>
            <a:ext cx="9870568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11350" marR="5080" lvl="0" indent="-189928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        </a:t>
            </a:r>
            <a:endParaRPr sz="36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13138" y="2287197"/>
            <a:ext cx="12420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 Sales Dataset into </a:t>
            </a:r>
          </a:p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Subsets Using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5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593289" y="5624326"/>
            <a:ext cx="344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sz="1900" dirty="0">
              <a:solidFill>
                <a:srgbClr val="FF006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Mrs.SANTHOSHINI</a:t>
            </a:r>
            <a:r>
              <a:rPr lang="en-US" sz="19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AP/AI</a:t>
            </a:r>
            <a:endParaRPr sz="1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>
            <a:spLocks noGrp="1"/>
          </p:cNvSpPr>
          <p:nvPr>
            <p:ph type="title"/>
          </p:nvPr>
        </p:nvSpPr>
        <p:spPr>
          <a:xfrm>
            <a:off x="1988057" y="340306"/>
            <a:ext cx="7685532" cy="81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8225" rIns="0" bIns="0" anchor="t" anchorCtr="0">
            <a:spAutoFit/>
          </a:bodyPr>
          <a:lstStyle/>
          <a:p>
            <a:pPr marL="130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  <a:endParaRPr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805260" y="1520177"/>
            <a:ext cx="7685700" cy="499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Problem Identification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Objective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Dataflow Diagram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List OF Modules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Module Description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Implementation Screenshots</a:t>
            </a:r>
          </a:p>
          <a:p>
            <a:pPr marL="4191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Conclusion</a:t>
            </a: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762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010ecbb2c_0_14"/>
          <p:cNvSpPr txBox="1"/>
          <p:nvPr/>
        </p:nvSpPr>
        <p:spPr>
          <a:xfrm>
            <a:off x="909451" y="798116"/>
            <a:ext cx="90957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PROBLEM IDENTIFICATION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68" name="Google Shape;68;g35010ecbb2c_0_14"/>
          <p:cNvSpPr txBox="1"/>
          <p:nvPr/>
        </p:nvSpPr>
        <p:spPr>
          <a:xfrm>
            <a:off x="909451" y="2317847"/>
            <a:ext cx="108225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69" name="Google Shape;69;g35010ecbb2c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389" y="5657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5010ecbb2c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5151" y="631781"/>
            <a:ext cx="1057175" cy="100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7330" y="2795828"/>
            <a:ext cx="11314316" cy="9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stored in a single table makes monthly analysis difficult and inefficient.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split the dataset into monthly subsets for easier reporting and insights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010ecbb2c_0_1"/>
          <p:cNvSpPr txBox="1"/>
          <p:nvPr/>
        </p:nvSpPr>
        <p:spPr>
          <a:xfrm>
            <a:off x="2919609" y="430351"/>
            <a:ext cx="4992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0000"/>
                </a:solidFill>
              </a:rPr>
              <a:t>OBJECTIVE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78" name="Google Shape;78;g35010ecbb2c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25" y="222900"/>
            <a:ext cx="1014025" cy="10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5010ecbb2c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2352" y="320001"/>
            <a:ext cx="939950" cy="8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1695B33-CEF8-08F6-3934-12BAC8C0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757" y="2358988"/>
            <a:ext cx="8842485" cy="94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segment the sales dataset into monthly subsets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tidyr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enabling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analysis and Improved data clarity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6003631" y="2967335"/>
            <a:ext cx="1847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0" cap="none">
              <a:solidFill>
                <a:schemeClr val="dk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038599" y="3997661"/>
            <a:ext cx="3352799" cy="1290935"/>
          </a:xfrm>
          <a:prstGeom prst="ellipse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Calculation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530194" y="5478517"/>
            <a:ext cx="2383170" cy="1066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 w="9525" cap="flat" cmpd="sng">
            <a:solidFill>
              <a:srgbClr val="7C5F9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035669" y="1676400"/>
            <a:ext cx="3775331" cy="1649888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Database </a:t>
            </a:r>
          </a:p>
          <a:p>
            <a:pPr lvl="0" algn="ctr"/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(CSV / RDS File)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038600" y="1676400"/>
            <a:ext cx="3352799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9024" y="1676256"/>
            <a:ext cx="2590800" cy="1649887"/>
          </a:xfrm>
          <a:prstGeom prst="cloud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w="9525" cap="flat" cmpd="sng">
            <a:solidFill>
              <a:srgbClr val="45A9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(Shiny Frontend)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Google Shape;93;p3"/>
          <p:cNvCxnSpPr>
            <a:stCxn id="88" idx="4"/>
            <a:endCxn id="89" idx="1"/>
          </p:cNvCxnSpPr>
          <p:nvPr/>
        </p:nvCxnSpPr>
        <p:spPr>
          <a:xfrm rot="-5400000" flipH="1">
            <a:off x="6760949" y="4242646"/>
            <a:ext cx="723300" cy="28152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5" name="Google Shape;95;p3"/>
          <p:cNvCxnSpPr>
            <a:stCxn id="91" idx="0"/>
            <a:endCxn id="90" idx="2"/>
          </p:cNvCxnSpPr>
          <p:nvPr/>
        </p:nvCxnSpPr>
        <p:spPr>
          <a:xfrm>
            <a:off x="7388605" y="2501344"/>
            <a:ext cx="65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6" name="Google Shape;96;p3"/>
          <p:cNvCxnSpPr>
            <a:stCxn id="92" idx="0"/>
            <a:endCxn id="91" idx="2"/>
          </p:cNvCxnSpPr>
          <p:nvPr/>
        </p:nvCxnSpPr>
        <p:spPr>
          <a:xfrm>
            <a:off x="3247665" y="2501200"/>
            <a:ext cx="801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3"/>
          <p:cNvCxnSpPr>
            <a:stCxn id="90" idx="1"/>
            <a:endCxn id="88" idx="0"/>
          </p:cNvCxnSpPr>
          <p:nvPr/>
        </p:nvCxnSpPr>
        <p:spPr>
          <a:xfrm rot="5400000">
            <a:off x="7482535" y="1556931"/>
            <a:ext cx="673200" cy="4208400"/>
          </a:xfrm>
          <a:prstGeom prst="bentConnector3">
            <a:avLst>
              <a:gd name="adj1" fmla="val 5057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4636308" y="2146523"/>
            <a:ext cx="20514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Logic    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ShinyBackend</a:t>
            </a:r>
            <a:r>
              <a:rPr lang="en-IN" b="1" dirty="0"/>
              <a:t>)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5262" y="5813224"/>
            <a:ext cx="176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Display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3795012" y="525264"/>
            <a:ext cx="49649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DATAFLOW DIAGRAM</a:t>
            </a:r>
            <a:endParaRPr lang="en-IN" sz="3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222247" y="156851"/>
            <a:ext cx="7685532" cy="8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425" rIns="0" bIns="0" anchor="t" anchorCtr="0">
            <a:spAutoFit/>
          </a:bodyPr>
          <a:lstStyle/>
          <a:p>
            <a:pPr marL="1034414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103" name="Google Shape;103;p4"/>
          <p:cNvSpPr txBox="1"/>
          <p:nvPr/>
        </p:nvSpPr>
        <p:spPr>
          <a:xfrm>
            <a:off x="917244" y="6434734"/>
            <a:ext cx="451484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2362200" y="3362393"/>
            <a:ext cx="6324600" cy="71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067865" y="1922265"/>
            <a:ext cx="726790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Management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Evaluation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Tracking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Result Module</a:t>
            </a:r>
          </a:p>
          <a:p>
            <a:pPr marL="342900" lvl="0" indent="-342900" algn="just">
              <a:lnSpc>
                <a:spcPct val="150000"/>
              </a:lnSpc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Module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1057596" y="334018"/>
            <a:ext cx="7685532" cy="82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175" rIns="0" bIns="0" anchor="t" anchorCtr="0">
            <a:spAutoFit/>
          </a:bodyPr>
          <a:lstStyle/>
          <a:p>
            <a:pPr marL="269494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370308" y="1968254"/>
            <a:ext cx="9512354" cy="3892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USER INTERFACE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Builds the quiz layout and allows user interaction.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QUESTION MANAGEMENT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Loads and displays questions dynamically from data sources.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ANSWER EVALUATION MODULE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Compares user answers with correct ones to check accuracy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2305049" y="0"/>
            <a:ext cx="7685532" cy="24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MODULES DESCRIPTION</a:t>
            </a:r>
            <a:br>
              <a:rPr lang="en-US" b="0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br>
              <a:rPr lang="en-US" sz="3200" dirty="0">
                <a:solidFill>
                  <a:srgbClr val="FF0000"/>
                </a:solidFill>
                <a:sym typeface="Arial"/>
              </a:rPr>
            </a:br>
            <a:endParaRPr dirty="0">
              <a:solidFill>
                <a:srgbClr val="FF0000"/>
              </a:solidFill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676400" y="1871991"/>
            <a:ext cx="18473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8731" y="1271015"/>
            <a:ext cx="112775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14248" y="1889850"/>
            <a:ext cx="104767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SCORE TRACKING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Monitors and updates the user’s score during the quiz.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FEEDBACK AND RESULT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Provides instant feedback and shows final results.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DATA STORAGE MODULE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Handles storage of questions, answers, and user performance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1000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9400" y="463877"/>
            <a:ext cx="1155192" cy="11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15" y="2253006"/>
            <a:ext cx="5432243" cy="3535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93" y="2253006"/>
            <a:ext cx="5617999" cy="3535052"/>
          </a:xfrm>
          <a:prstGeom prst="rect">
            <a:avLst/>
          </a:prstGeom>
        </p:spPr>
      </p:pic>
      <p:sp>
        <p:nvSpPr>
          <p:cNvPr id="4" name="AutoShape 2" descr="Finger Arrow PNG Images - CleanPNG"/>
          <p:cNvSpPr>
            <a:spLocks noChangeAspect="1" noChangeArrowheads="1"/>
          </p:cNvSpPr>
          <p:nvPr/>
        </p:nvSpPr>
        <p:spPr bwMode="auto">
          <a:xfrm>
            <a:off x="1816698" y="3550844"/>
            <a:ext cx="1492109" cy="149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inger Arrow PNG Images - CleanPNG"/>
          <p:cNvSpPr>
            <a:spLocks noChangeAspect="1" noChangeArrowheads="1"/>
          </p:cNvSpPr>
          <p:nvPr/>
        </p:nvSpPr>
        <p:spPr bwMode="auto">
          <a:xfrm>
            <a:off x="-1055802" y="-144463"/>
            <a:ext cx="1516177" cy="1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Finger Arrow PNG Images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-551105" t="-47806" r="386358" b="68478"/>
          <a:stretch/>
        </p:blipFill>
        <p:spPr>
          <a:xfrm>
            <a:off x="1450668" y="3930599"/>
            <a:ext cx="896112" cy="5614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2752" y="738566"/>
            <a:ext cx="66399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IMPLEMENTATION</a:t>
            </a:r>
            <a:r>
              <a:rPr lang="en-US" sz="3000" b="1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SCREENSHOTS</a:t>
            </a:r>
            <a:endParaRPr lang="en-IN" sz="3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2434635" y="679097"/>
            <a:ext cx="76855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FF000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sz="3000" dirty="0">
                <a:solidFill>
                  <a:srgbClr val="FF0000"/>
                </a:solidFill>
              </a:rPr>
              <a:t>SCREENSHOTS</a:t>
            </a:r>
            <a:endParaRPr sz="3000" dirty="0">
              <a:solidFill>
                <a:srgbClr val="FF0000"/>
              </a:solidFill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76553"/>
            <a:ext cx="1054699" cy="10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2448" y="373583"/>
            <a:ext cx="1152244" cy="1103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879600"/>
            <a:ext cx="5530213" cy="3952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434" y="1879600"/>
            <a:ext cx="5693790" cy="3952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2253233" y="237871"/>
            <a:ext cx="7685532" cy="10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22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714" y="222888"/>
            <a:ext cx="1057189" cy="10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768" y="259079"/>
            <a:ext cx="1155192" cy="11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523998" y="2286000"/>
            <a:ext cx="106680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98903" y="2098615"/>
            <a:ext cx="84368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Fun Quiz App is an interactive learning tool developed using R and Shiny, designed to make quizzes engaging, dynamic, and educational. It integrates essential modules such as user interface, question management, real-time evaluation, score tracking, and feedback display. This application enhances the learning experience by offering immediate results, easy customization, and a user-friendly platform for both learners and educators.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3400" y="1524000"/>
            <a:ext cx="3696292" cy="355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323</Words>
  <Application>Microsoft Office PowerPoint</Application>
  <PresentationFormat>Widescreen</PresentationFormat>
  <Paragraphs>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Arial Narrow</vt:lpstr>
      <vt:lpstr>Arimo</vt:lpstr>
      <vt:lpstr>Wingdings</vt:lpstr>
      <vt:lpstr>Noto Sans Symbols</vt:lpstr>
      <vt:lpstr>Times New Roman</vt:lpstr>
      <vt:lpstr>Arial</vt:lpstr>
      <vt:lpstr>Office Theme</vt:lpstr>
      <vt:lpstr>K.RAMAKRISHNAN COLLEGE OF TECHNOLOGY (AUTONOMOUS), TRICHY</vt:lpstr>
      <vt:lpstr>PRESENTATION OVERVIEW</vt:lpstr>
      <vt:lpstr>PowerPoint Presentation</vt:lpstr>
      <vt:lpstr>PowerPoint Presentation</vt:lpstr>
      <vt:lpstr>DATAFLOW DIAGRAM</vt:lpstr>
      <vt:lpstr>LIST OF MODULES</vt:lpstr>
      <vt:lpstr>MODULES DESCRIPTION</vt:lpstr>
      <vt:lpstr>MODULES DESCRIPTION   </vt:lpstr>
      <vt:lpstr>PowerPoint Presentation</vt:lpstr>
      <vt:lpstr>IMPLEMENTATION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K.RAMAKRISHNAN COLLEGE OF TECHNOLOGY (AUTONOMOUS), TRICHY</dc:title>
  <dc:creator>AJMAL AHAMED</dc:creator>
  <cp:lastModifiedBy>Neha Henin</cp:lastModifiedBy>
  <cp:revision>10</cp:revision>
  <dcterms:created xsi:type="dcterms:W3CDTF">2024-06-16T11:32:42Z</dcterms:created>
  <dcterms:modified xsi:type="dcterms:W3CDTF">2025-05-15T15:39:11Z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2024-06-16T00:00:00Z</vt:filetime>
  </property>
  <property fmtid="{D5CDD505-2E9C-101B-9397-08002B2CF9AE}" pid="3" name="Producer">
    <vt:lpwstr>iLovePDF</vt:lpwstr>
  </property>
</Properties>
</file>