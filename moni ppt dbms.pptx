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645EE-817D-4920-899B-091130252225}" v="6" dt="2025-05-29T08:58:43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72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Henin" userId="e9b7af8b853c90ff" providerId="LiveId" clId="{2DC645EE-817D-4920-899B-091130252225}"/>
    <pc:docChg chg="undo custSel modSld">
      <pc:chgData name="Neha Henin" userId="e9b7af8b853c90ff" providerId="LiveId" clId="{2DC645EE-817D-4920-899B-091130252225}" dt="2025-05-29T08:58:43.685" v="173"/>
      <pc:docMkLst>
        <pc:docMk/>
      </pc:docMkLst>
      <pc:sldChg chg="addSp delSp modSp mod">
        <pc:chgData name="Neha Henin" userId="e9b7af8b853c90ff" providerId="LiveId" clId="{2DC645EE-817D-4920-899B-091130252225}" dt="2025-05-29T08:51:03.198" v="93" actId="1076"/>
        <pc:sldMkLst>
          <pc:docMk/>
          <pc:sldMk cId="0" sldId="256"/>
        </pc:sldMkLst>
        <pc:spChg chg="mod">
          <ac:chgData name="Neha Henin" userId="e9b7af8b853c90ff" providerId="LiveId" clId="{2DC645EE-817D-4920-899B-091130252225}" dt="2025-05-29T08:50:24.532" v="91" actId="1076"/>
          <ac:spMkLst>
            <pc:docMk/>
            <pc:sldMk cId="0" sldId="256"/>
            <ac:spMk id="90" creationId="{00000000-0000-0000-0000-000000000000}"/>
          </ac:spMkLst>
        </pc:spChg>
        <pc:spChg chg="mod">
          <ac:chgData name="Neha Henin" userId="e9b7af8b853c90ff" providerId="LiveId" clId="{2DC645EE-817D-4920-899B-091130252225}" dt="2025-05-29T08:48:52.891" v="86" actId="1076"/>
          <ac:spMkLst>
            <pc:docMk/>
            <pc:sldMk cId="0" sldId="256"/>
            <ac:spMk id="92" creationId="{00000000-0000-0000-0000-000000000000}"/>
          </ac:spMkLst>
        </pc:spChg>
        <pc:spChg chg="del mod">
          <ac:chgData name="Neha Henin" userId="e9b7af8b853c90ff" providerId="LiveId" clId="{2DC645EE-817D-4920-899B-091130252225}" dt="2025-05-29T08:48:53.582" v="88"/>
          <ac:spMkLst>
            <pc:docMk/>
            <pc:sldMk cId="0" sldId="256"/>
            <ac:spMk id="93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0:19.217" v="90" actId="1076"/>
          <ac:picMkLst>
            <pc:docMk/>
            <pc:sldMk cId="0" sldId="256"/>
            <ac:picMk id="3" creationId="{D4D4C5A1-F3BB-1BF3-C031-89780A1C78CB}"/>
          </ac:picMkLst>
        </pc:picChg>
        <pc:picChg chg="add mod">
          <ac:chgData name="Neha Henin" userId="e9b7af8b853c90ff" providerId="LiveId" clId="{2DC645EE-817D-4920-899B-091130252225}" dt="2025-05-29T08:51:03.198" v="93" actId="1076"/>
          <ac:picMkLst>
            <pc:docMk/>
            <pc:sldMk cId="0" sldId="256"/>
            <ac:picMk id="5" creationId="{BBE58D62-6786-B775-0C55-2E2C7F50A5B3}"/>
          </ac:picMkLst>
        </pc:picChg>
      </pc:sldChg>
      <pc:sldChg chg="addSp modSp mod">
        <pc:chgData name="Neha Henin" userId="e9b7af8b853c90ff" providerId="LiveId" clId="{2DC645EE-817D-4920-899B-091130252225}" dt="2025-05-29T08:56:52.112" v="145" actId="1076"/>
        <pc:sldMkLst>
          <pc:docMk/>
          <pc:sldMk cId="0" sldId="257"/>
        </pc:sldMkLst>
        <pc:picChg chg="add mod">
          <ac:chgData name="Neha Henin" userId="e9b7af8b853c90ff" providerId="LiveId" clId="{2DC645EE-817D-4920-899B-091130252225}" dt="2025-05-29T08:51:20.746" v="95" actId="1076"/>
          <ac:picMkLst>
            <pc:docMk/>
            <pc:sldMk cId="0" sldId="257"/>
            <ac:picMk id="3" creationId="{CC6AE3D1-C1CD-387F-712D-E542B4584439}"/>
          </ac:picMkLst>
        </pc:picChg>
        <pc:picChg chg="add mod">
          <ac:chgData name="Neha Henin" userId="e9b7af8b853c90ff" providerId="LiveId" clId="{2DC645EE-817D-4920-899B-091130252225}" dt="2025-05-29T08:56:52.112" v="145" actId="1076"/>
          <ac:picMkLst>
            <pc:docMk/>
            <pc:sldMk cId="0" sldId="257"/>
            <ac:picMk id="5" creationId="{B34360A0-F179-2EE6-274C-421EC1CF6434}"/>
          </ac:picMkLst>
        </pc:picChg>
      </pc:sldChg>
      <pc:sldChg chg="addSp modSp mod">
        <pc:chgData name="Neha Henin" userId="e9b7af8b853c90ff" providerId="LiveId" clId="{2DC645EE-817D-4920-899B-091130252225}" dt="2025-05-29T08:58:17.551" v="168" actId="27636"/>
        <pc:sldMkLst>
          <pc:docMk/>
          <pc:sldMk cId="0" sldId="258"/>
        </pc:sldMkLst>
        <pc:spChg chg="mod">
          <ac:chgData name="Neha Henin" userId="e9b7af8b853c90ff" providerId="LiveId" clId="{2DC645EE-817D-4920-899B-091130252225}" dt="2025-05-29T08:58:17.551" v="168" actId="27636"/>
          <ac:spMkLst>
            <pc:docMk/>
            <pc:sldMk cId="0" sldId="258"/>
            <ac:spMk id="129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1:41.090" v="97" actId="1076"/>
          <ac:picMkLst>
            <pc:docMk/>
            <pc:sldMk cId="0" sldId="258"/>
            <ac:picMk id="3" creationId="{81CAB831-C48B-BA09-B703-D710F69FF75C}"/>
          </ac:picMkLst>
        </pc:picChg>
        <pc:picChg chg="add mod">
          <ac:chgData name="Neha Henin" userId="e9b7af8b853c90ff" providerId="LiveId" clId="{2DC645EE-817D-4920-899B-091130252225}" dt="2025-05-29T08:57:01.177" v="148" actId="1076"/>
          <ac:picMkLst>
            <pc:docMk/>
            <pc:sldMk cId="0" sldId="258"/>
            <ac:picMk id="5" creationId="{BB2CBB04-06AA-2A2E-B859-9CF1DEBE2F1E}"/>
          </ac:picMkLst>
        </pc:picChg>
      </pc:sldChg>
      <pc:sldChg chg="addSp modSp mod">
        <pc:chgData name="Neha Henin" userId="e9b7af8b853c90ff" providerId="LiveId" clId="{2DC645EE-817D-4920-899B-091130252225}" dt="2025-05-29T08:57:08.679" v="150" actId="1076"/>
        <pc:sldMkLst>
          <pc:docMk/>
          <pc:sldMk cId="0" sldId="259"/>
        </pc:sldMkLst>
        <pc:picChg chg="add mod">
          <ac:chgData name="Neha Henin" userId="e9b7af8b853c90ff" providerId="LiveId" clId="{2DC645EE-817D-4920-899B-091130252225}" dt="2025-05-29T08:51:58.459" v="100" actId="1076"/>
          <ac:picMkLst>
            <pc:docMk/>
            <pc:sldMk cId="0" sldId="259"/>
            <ac:picMk id="3" creationId="{F0BF3104-4AEF-8339-32DD-917CC7089FC4}"/>
          </ac:picMkLst>
        </pc:picChg>
        <pc:picChg chg="add mod">
          <ac:chgData name="Neha Henin" userId="e9b7af8b853c90ff" providerId="LiveId" clId="{2DC645EE-817D-4920-899B-091130252225}" dt="2025-05-29T08:57:08.679" v="150" actId="1076"/>
          <ac:picMkLst>
            <pc:docMk/>
            <pc:sldMk cId="0" sldId="259"/>
            <ac:picMk id="5" creationId="{52BE389D-629D-A88A-794F-F4BA81B13ACC}"/>
          </ac:picMkLst>
        </pc:picChg>
      </pc:sldChg>
      <pc:sldChg chg="addSp modSp mod">
        <pc:chgData name="Neha Henin" userId="e9b7af8b853c90ff" providerId="LiveId" clId="{2DC645EE-817D-4920-899B-091130252225}" dt="2025-05-29T08:57:17.482" v="152" actId="1076"/>
        <pc:sldMkLst>
          <pc:docMk/>
          <pc:sldMk cId="899348213" sldId="260"/>
        </pc:sldMkLst>
        <pc:picChg chg="add mod">
          <ac:chgData name="Neha Henin" userId="e9b7af8b853c90ff" providerId="LiveId" clId="{2DC645EE-817D-4920-899B-091130252225}" dt="2025-05-29T08:52:05.018" v="102" actId="1076"/>
          <ac:picMkLst>
            <pc:docMk/>
            <pc:sldMk cId="899348213" sldId="260"/>
            <ac:picMk id="5" creationId="{D0D67192-5421-7AF7-F960-652351FF6F6B}"/>
          </ac:picMkLst>
        </pc:picChg>
        <pc:picChg chg="add mod">
          <ac:chgData name="Neha Henin" userId="e9b7af8b853c90ff" providerId="LiveId" clId="{2DC645EE-817D-4920-899B-091130252225}" dt="2025-05-29T08:57:17.482" v="152" actId="1076"/>
          <ac:picMkLst>
            <pc:docMk/>
            <pc:sldMk cId="899348213" sldId="260"/>
            <ac:picMk id="7" creationId="{5A984C95-5739-D3C0-8EAF-1F11B0CF473B}"/>
          </ac:picMkLst>
        </pc:picChg>
      </pc:sldChg>
      <pc:sldChg chg="addSp modSp mod">
        <pc:chgData name="Neha Henin" userId="e9b7af8b853c90ff" providerId="LiveId" clId="{2DC645EE-817D-4920-899B-091130252225}" dt="2025-05-29T08:57:24.798" v="155" actId="1036"/>
        <pc:sldMkLst>
          <pc:docMk/>
          <pc:sldMk cId="0" sldId="261"/>
        </pc:sldMkLst>
        <pc:spChg chg="mod">
          <ac:chgData name="Neha Henin" userId="e9b7af8b853c90ff" providerId="LiveId" clId="{2DC645EE-817D-4920-899B-091130252225}" dt="2025-05-29T08:57:24.798" v="155" actId="1036"/>
          <ac:spMkLst>
            <pc:docMk/>
            <pc:sldMk cId="0" sldId="261"/>
            <ac:spMk id="156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3:09.349" v="105" actId="1076"/>
          <ac:picMkLst>
            <pc:docMk/>
            <pc:sldMk cId="0" sldId="261"/>
            <ac:picMk id="3" creationId="{CD3E701A-8B87-52AD-C7F4-D6CFBEDD3BAA}"/>
          </ac:picMkLst>
        </pc:picChg>
        <pc:picChg chg="add mod">
          <ac:chgData name="Neha Henin" userId="e9b7af8b853c90ff" providerId="LiveId" clId="{2DC645EE-817D-4920-899B-091130252225}" dt="2025-05-29T08:57:23.614" v="154" actId="1076"/>
          <ac:picMkLst>
            <pc:docMk/>
            <pc:sldMk cId="0" sldId="261"/>
            <ac:picMk id="5" creationId="{14D19DB5-DDAB-A95F-611F-16A8D4DE2E67}"/>
          </ac:picMkLst>
        </pc:picChg>
      </pc:sldChg>
      <pc:sldChg chg="addSp modSp mod">
        <pc:chgData name="Neha Henin" userId="e9b7af8b853c90ff" providerId="LiveId" clId="{2DC645EE-817D-4920-899B-091130252225}" dt="2025-05-29T08:57:35.064" v="157" actId="1076"/>
        <pc:sldMkLst>
          <pc:docMk/>
          <pc:sldMk cId="0" sldId="262"/>
        </pc:sldMkLst>
        <pc:picChg chg="add mod">
          <ac:chgData name="Neha Henin" userId="e9b7af8b853c90ff" providerId="LiveId" clId="{2DC645EE-817D-4920-899B-091130252225}" dt="2025-05-29T08:53:20.460" v="108" actId="1076"/>
          <ac:picMkLst>
            <pc:docMk/>
            <pc:sldMk cId="0" sldId="262"/>
            <ac:picMk id="3" creationId="{FA95322C-0054-8AF2-B04C-11D9D4447920}"/>
          </ac:picMkLst>
        </pc:picChg>
        <pc:picChg chg="add mod">
          <ac:chgData name="Neha Henin" userId="e9b7af8b853c90ff" providerId="LiveId" clId="{2DC645EE-817D-4920-899B-091130252225}" dt="2025-05-29T08:57:35.064" v="157" actId="1076"/>
          <ac:picMkLst>
            <pc:docMk/>
            <pc:sldMk cId="0" sldId="262"/>
            <ac:picMk id="5" creationId="{FAE1E239-BCD3-15E5-2236-D1D9847A9043}"/>
          </ac:picMkLst>
        </pc:picChg>
      </pc:sldChg>
      <pc:sldChg chg="addSp modSp mod">
        <pc:chgData name="Neha Henin" userId="e9b7af8b853c90ff" providerId="LiveId" clId="{2DC645EE-817D-4920-899B-091130252225}" dt="2025-05-29T08:57:55.582" v="160" actId="1076"/>
        <pc:sldMkLst>
          <pc:docMk/>
          <pc:sldMk cId="0" sldId="263"/>
        </pc:sldMkLst>
        <pc:spChg chg="mod">
          <ac:chgData name="Neha Henin" userId="e9b7af8b853c90ff" providerId="LiveId" clId="{2DC645EE-817D-4920-899B-091130252225}" dt="2025-05-29T08:53:33.656" v="111" actId="1076"/>
          <ac:spMkLst>
            <pc:docMk/>
            <pc:sldMk cId="0" sldId="263"/>
            <ac:spMk id="159" creationId="{00000000-0000-0000-0000-000000000000}"/>
          </ac:spMkLst>
        </pc:spChg>
        <pc:spChg chg="mod">
          <ac:chgData name="Neha Henin" userId="e9b7af8b853c90ff" providerId="LiveId" clId="{2DC645EE-817D-4920-899B-091130252225}" dt="2025-05-29T08:53:37.567" v="112" actId="1076"/>
          <ac:spMkLst>
            <pc:docMk/>
            <pc:sldMk cId="0" sldId="263"/>
            <ac:spMk id="160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3:28.063" v="110" actId="1076"/>
          <ac:picMkLst>
            <pc:docMk/>
            <pc:sldMk cId="0" sldId="263"/>
            <ac:picMk id="3" creationId="{0B2D4A41-B5B0-E043-6763-EE44199374FA}"/>
          </ac:picMkLst>
        </pc:picChg>
        <pc:picChg chg="add mod">
          <ac:chgData name="Neha Henin" userId="e9b7af8b853c90ff" providerId="LiveId" clId="{2DC645EE-817D-4920-899B-091130252225}" dt="2025-05-29T08:57:55.582" v="160" actId="1076"/>
          <ac:picMkLst>
            <pc:docMk/>
            <pc:sldMk cId="0" sldId="263"/>
            <ac:picMk id="5" creationId="{D03F2E66-0964-B26D-E94E-F32EF06E466A}"/>
          </ac:picMkLst>
        </pc:picChg>
      </pc:sldChg>
      <pc:sldChg chg="addSp modSp mod">
        <pc:chgData name="Neha Henin" userId="e9b7af8b853c90ff" providerId="LiveId" clId="{2DC645EE-817D-4920-899B-091130252225}" dt="2025-05-29T08:58:04.347" v="162" actId="1076"/>
        <pc:sldMkLst>
          <pc:docMk/>
          <pc:sldMk cId="0" sldId="264"/>
        </pc:sldMkLst>
        <pc:spChg chg="mod">
          <ac:chgData name="Neha Henin" userId="e9b7af8b853c90ff" providerId="LiveId" clId="{2DC645EE-817D-4920-899B-091130252225}" dt="2025-05-29T08:54:33.580" v="121" actId="1076"/>
          <ac:spMkLst>
            <pc:docMk/>
            <pc:sldMk cId="0" sldId="264"/>
            <ac:spMk id="165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4:20.222" v="118" actId="1076"/>
          <ac:picMkLst>
            <pc:docMk/>
            <pc:sldMk cId="0" sldId="264"/>
            <ac:picMk id="3" creationId="{2909BF8F-19B7-51C2-1025-909C93BEE676}"/>
          </ac:picMkLst>
        </pc:picChg>
        <pc:picChg chg="add mod">
          <ac:chgData name="Neha Henin" userId="e9b7af8b853c90ff" providerId="LiveId" clId="{2DC645EE-817D-4920-899B-091130252225}" dt="2025-05-29T08:58:04.347" v="162" actId="1076"/>
          <ac:picMkLst>
            <pc:docMk/>
            <pc:sldMk cId="0" sldId="264"/>
            <ac:picMk id="5" creationId="{3EA06FBA-C114-EFF3-29F1-C48DB946A69B}"/>
          </ac:picMkLst>
        </pc:picChg>
      </pc:sldChg>
      <pc:sldChg chg="addSp modSp mod">
        <pc:chgData name="Neha Henin" userId="e9b7af8b853c90ff" providerId="LiveId" clId="{2DC645EE-817D-4920-899B-091130252225}" dt="2025-05-29T08:58:17.507" v="164" actId="27636"/>
        <pc:sldMkLst>
          <pc:docMk/>
          <pc:sldMk cId="0" sldId="265"/>
        </pc:sldMkLst>
        <pc:spChg chg="mod">
          <ac:chgData name="Neha Henin" userId="e9b7af8b853c90ff" providerId="LiveId" clId="{2DC645EE-817D-4920-899B-091130252225}" dt="2025-05-29T08:54:52.924" v="125" actId="1076"/>
          <ac:spMkLst>
            <pc:docMk/>
            <pc:sldMk cId="0" sldId="265"/>
            <ac:spMk id="171" creationId="{00000000-0000-0000-0000-000000000000}"/>
          </ac:spMkLst>
        </pc:spChg>
        <pc:spChg chg="mod">
          <ac:chgData name="Neha Henin" userId="e9b7af8b853c90ff" providerId="LiveId" clId="{2DC645EE-817D-4920-899B-091130252225}" dt="2025-05-29T08:58:17.507" v="164" actId="27636"/>
          <ac:spMkLst>
            <pc:docMk/>
            <pc:sldMk cId="0" sldId="265"/>
            <ac:spMk id="172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4:45.330" v="124" actId="1076"/>
          <ac:picMkLst>
            <pc:docMk/>
            <pc:sldMk cId="0" sldId="265"/>
            <ac:picMk id="3" creationId="{852B8B0D-F016-6EFC-7E3D-E4414C76061C}"/>
          </ac:picMkLst>
        </pc:picChg>
        <pc:picChg chg="add mod">
          <ac:chgData name="Neha Henin" userId="e9b7af8b853c90ff" providerId="LiveId" clId="{2DC645EE-817D-4920-899B-091130252225}" dt="2025-05-29T08:58:17.448" v="163"/>
          <ac:picMkLst>
            <pc:docMk/>
            <pc:sldMk cId="0" sldId="265"/>
            <ac:picMk id="4" creationId="{113C9650-AFBE-30E5-7317-FA89ACA00A49}"/>
          </ac:picMkLst>
        </pc:picChg>
      </pc:sldChg>
      <pc:sldChg chg="addSp modSp mod">
        <pc:chgData name="Neha Henin" userId="e9b7af8b853c90ff" providerId="LiveId" clId="{2DC645EE-817D-4920-899B-091130252225}" dt="2025-05-29T08:58:33.869" v="169"/>
        <pc:sldMkLst>
          <pc:docMk/>
          <pc:sldMk cId="0" sldId="266"/>
        </pc:sldMkLst>
        <pc:spChg chg="mod">
          <ac:chgData name="Neha Henin" userId="e9b7af8b853c90ff" providerId="LiveId" clId="{2DC645EE-817D-4920-899B-091130252225}" dt="2025-05-29T08:58:17.526" v="165" actId="27636"/>
          <ac:spMkLst>
            <pc:docMk/>
            <pc:sldMk cId="0" sldId="266"/>
            <ac:spMk id="178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5:00.816" v="127" actId="1076"/>
          <ac:picMkLst>
            <pc:docMk/>
            <pc:sldMk cId="0" sldId="266"/>
            <ac:picMk id="3" creationId="{42302FFC-51D9-A06E-E82F-6ED5BFC58234}"/>
          </ac:picMkLst>
        </pc:picChg>
        <pc:picChg chg="add mod">
          <ac:chgData name="Neha Henin" userId="e9b7af8b853c90ff" providerId="LiveId" clId="{2DC645EE-817D-4920-899B-091130252225}" dt="2025-05-29T08:58:33.869" v="169"/>
          <ac:picMkLst>
            <pc:docMk/>
            <pc:sldMk cId="0" sldId="266"/>
            <ac:picMk id="4" creationId="{CCD61D82-16D0-0898-2A4B-A9E67B0E0CCD}"/>
          </ac:picMkLst>
        </pc:picChg>
      </pc:sldChg>
      <pc:sldChg chg="addSp modSp mod">
        <pc:chgData name="Neha Henin" userId="e9b7af8b853c90ff" providerId="LiveId" clId="{2DC645EE-817D-4920-899B-091130252225}" dt="2025-05-29T08:58:36.343" v="170"/>
        <pc:sldMkLst>
          <pc:docMk/>
          <pc:sldMk cId="0" sldId="267"/>
        </pc:sldMkLst>
        <pc:spChg chg="mod">
          <ac:chgData name="Neha Henin" userId="e9b7af8b853c90ff" providerId="LiveId" clId="{2DC645EE-817D-4920-899B-091130252225}" dt="2025-05-29T08:58:17.535" v="166" actId="27636"/>
          <ac:spMkLst>
            <pc:docMk/>
            <pc:sldMk cId="0" sldId="267"/>
            <ac:spMk id="184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5:13.628" v="129" actId="1076"/>
          <ac:picMkLst>
            <pc:docMk/>
            <pc:sldMk cId="0" sldId="267"/>
            <ac:picMk id="3" creationId="{30F6F604-498C-29DA-C191-9DA7CFD9482C}"/>
          </ac:picMkLst>
        </pc:picChg>
        <pc:picChg chg="add mod">
          <ac:chgData name="Neha Henin" userId="e9b7af8b853c90ff" providerId="LiveId" clId="{2DC645EE-817D-4920-899B-091130252225}" dt="2025-05-29T08:58:36.343" v="170"/>
          <ac:picMkLst>
            <pc:docMk/>
            <pc:sldMk cId="0" sldId="267"/>
            <ac:picMk id="4" creationId="{6D8C695A-AA77-649C-73D5-B5B890AF3506}"/>
          </ac:picMkLst>
        </pc:picChg>
      </pc:sldChg>
      <pc:sldChg chg="addSp modSp mod">
        <pc:chgData name="Neha Henin" userId="e9b7af8b853c90ff" providerId="LiveId" clId="{2DC645EE-817D-4920-899B-091130252225}" dt="2025-05-29T08:58:38.199" v="171"/>
        <pc:sldMkLst>
          <pc:docMk/>
          <pc:sldMk cId="0" sldId="268"/>
        </pc:sldMkLst>
        <pc:spChg chg="mod">
          <ac:chgData name="Neha Henin" userId="e9b7af8b853c90ff" providerId="LiveId" clId="{2DC645EE-817D-4920-899B-091130252225}" dt="2025-05-29T08:58:17.540" v="167" actId="27636"/>
          <ac:spMkLst>
            <pc:docMk/>
            <pc:sldMk cId="0" sldId="268"/>
            <ac:spMk id="190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5:23.026" v="131" actId="1076"/>
          <ac:picMkLst>
            <pc:docMk/>
            <pc:sldMk cId="0" sldId="268"/>
            <ac:picMk id="3" creationId="{5143C7BA-3EF3-ABCC-B381-9ABBE4A23D91}"/>
          </ac:picMkLst>
        </pc:picChg>
        <pc:picChg chg="add mod">
          <ac:chgData name="Neha Henin" userId="e9b7af8b853c90ff" providerId="LiveId" clId="{2DC645EE-817D-4920-899B-091130252225}" dt="2025-05-29T08:58:38.199" v="171"/>
          <ac:picMkLst>
            <pc:docMk/>
            <pc:sldMk cId="0" sldId="268"/>
            <ac:picMk id="4" creationId="{768A067D-1E22-7C31-D0CB-C502187A4AA9}"/>
          </ac:picMkLst>
        </pc:picChg>
      </pc:sldChg>
      <pc:sldChg chg="addSp modSp mod">
        <pc:chgData name="Neha Henin" userId="e9b7af8b853c90ff" providerId="LiveId" clId="{2DC645EE-817D-4920-899B-091130252225}" dt="2025-05-29T08:58:41.231" v="172"/>
        <pc:sldMkLst>
          <pc:docMk/>
          <pc:sldMk cId="0" sldId="269"/>
        </pc:sldMkLst>
        <pc:spChg chg="mod">
          <ac:chgData name="Neha Henin" userId="e9b7af8b853c90ff" providerId="LiveId" clId="{2DC645EE-817D-4920-899B-091130252225}" dt="2025-05-29T08:55:52.832" v="138" actId="1076"/>
          <ac:spMkLst>
            <pc:docMk/>
            <pc:sldMk cId="0" sldId="269"/>
            <ac:spMk id="115" creationId="{00000000-0000-0000-0000-000000000000}"/>
          </ac:spMkLst>
        </pc:spChg>
        <pc:spChg chg="mod">
          <ac:chgData name="Neha Henin" userId="e9b7af8b853c90ff" providerId="LiveId" clId="{2DC645EE-817D-4920-899B-091130252225}" dt="2025-05-29T08:55:44.360" v="137" actId="1076"/>
          <ac:spMkLst>
            <pc:docMk/>
            <pc:sldMk cId="0" sldId="269"/>
            <ac:spMk id="116" creationId="{00000000-0000-0000-0000-000000000000}"/>
          </ac:spMkLst>
        </pc:spChg>
        <pc:picChg chg="mod">
          <ac:chgData name="Neha Henin" userId="e9b7af8b853c90ff" providerId="LiveId" clId="{2DC645EE-817D-4920-899B-091130252225}" dt="2025-05-29T08:55:36.583" v="135" actId="1076"/>
          <ac:picMkLst>
            <pc:docMk/>
            <pc:sldMk cId="0" sldId="269"/>
            <ac:picMk id="2" creationId="{37C8CA5F-0909-75D3-232B-11AAEC86BC29}"/>
          </ac:picMkLst>
        </pc:picChg>
        <pc:picChg chg="add mod">
          <ac:chgData name="Neha Henin" userId="e9b7af8b853c90ff" providerId="LiveId" clId="{2DC645EE-817D-4920-899B-091130252225}" dt="2025-05-29T08:55:30.440" v="133" actId="1076"/>
          <ac:picMkLst>
            <pc:docMk/>
            <pc:sldMk cId="0" sldId="269"/>
            <ac:picMk id="4" creationId="{E4652ADE-05DA-62B1-1CB1-BBC7A7350983}"/>
          </ac:picMkLst>
        </pc:picChg>
        <pc:picChg chg="add mod">
          <ac:chgData name="Neha Henin" userId="e9b7af8b853c90ff" providerId="LiveId" clId="{2DC645EE-817D-4920-899B-091130252225}" dt="2025-05-29T08:58:41.231" v="172"/>
          <ac:picMkLst>
            <pc:docMk/>
            <pc:sldMk cId="0" sldId="269"/>
            <ac:picMk id="5" creationId="{79CCD62D-5186-4C3A-7F7C-6041BF505849}"/>
          </ac:picMkLst>
        </pc:picChg>
      </pc:sldChg>
      <pc:sldChg chg="addSp modSp mod">
        <pc:chgData name="Neha Henin" userId="e9b7af8b853c90ff" providerId="LiveId" clId="{2DC645EE-817D-4920-899B-091130252225}" dt="2025-05-29T08:58:43.685" v="173"/>
        <pc:sldMkLst>
          <pc:docMk/>
          <pc:sldMk cId="0" sldId="270"/>
        </pc:sldMkLst>
        <pc:spChg chg="mod">
          <ac:chgData name="Neha Henin" userId="e9b7af8b853c90ff" providerId="LiveId" clId="{2DC645EE-817D-4920-899B-091130252225}" dt="2025-05-29T08:56:03.209" v="140" actId="1076"/>
          <ac:spMkLst>
            <pc:docMk/>
            <pc:sldMk cId="0" sldId="270"/>
            <ac:spMk id="121" creationId="{00000000-0000-0000-0000-000000000000}"/>
          </ac:spMkLst>
        </pc:spChg>
        <pc:picChg chg="add mod">
          <ac:chgData name="Neha Henin" userId="e9b7af8b853c90ff" providerId="LiveId" clId="{2DC645EE-817D-4920-899B-091130252225}" dt="2025-05-29T08:56:09.677" v="142" actId="1076"/>
          <ac:picMkLst>
            <pc:docMk/>
            <pc:sldMk cId="0" sldId="270"/>
            <ac:picMk id="3" creationId="{89E0E09D-1739-A71D-678E-5DA04E409A57}"/>
          </ac:picMkLst>
        </pc:picChg>
        <pc:picChg chg="add mod">
          <ac:chgData name="Neha Henin" userId="e9b7af8b853c90ff" providerId="LiveId" clId="{2DC645EE-817D-4920-899B-091130252225}" dt="2025-05-29T08:58:43.685" v="173"/>
          <ac:picMkLst>
            <pc:docMk/>
            <pc:sldMk cId="0" sldId="270"/>
            <ac:picMk id="4" creationId="{790C6E72-C8F8-71B3-FC90-F7BDFC8AB70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a1dbd2eb648d8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8a1dbd2eb648d8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64de8cb2a4bc83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64de8cb2a4bc83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64de8cb2a4bc8318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64de8cb2a4bc8318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64de8cb2a4bc8318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64de8cb2a4bc8318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64de8cb2a4bc8318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64de8cb2a4bc8318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64de8cb2a4bc8318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g64de8cb2a4bc8318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a1dbd2eb648d8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28a1dbd2eb648d8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8a1dbd2eb648d8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28a1dbd2eb648d8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4997-D924-3C40-2B89-9468055E2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F6437-36A8-F1A3-51BA-DB93AC169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23E50-F700-9CA3-15F1-AB5E1C3B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46DFC-9C51-913D-E519-464236F87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8553C-C11B-D389-AAEF-B62662B87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71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3725-C25D-EC36-FA05-C1C8593F5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5090-7070-B490-5122-23D51335F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EDB2B-E3B5-2B04-AB66-6CAAE505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D513F-70B1-2079-F561-D4E64210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6F48B-6AE0-8BA6-091C-B9824C50D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542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7D43D-5404-1325-6CD0-DD3AD327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63158-D07A-11B4-8849-5F06CE264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8BAF4-BA42-3010-1D1D-C82DD5F6F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2AC3B-6D56-8D01-C05B-603714E3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5786D-1D2C-F9C8-5D13-8D2F0D52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21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8504-8CC5-24AC-799D-6734C63A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46B62-4E58-B68B-960C-A797A1666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30E05-D9DC-7376-AE29-F8C317637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5D3C8-4146-6849-61B8-216F6723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164F0-CED8-B63F-D5B8-8CB17013D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FAA5E-9CC3-CC96-D8F4-95288EB6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6991-A27B-0390-098E-F54FDEBB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C3813-4745-0884-53A2-212B25191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20682-54A4-6951-6163-80865C686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F19AA-840D-1C9D-94D2-256F51165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7BE372-7E46-DC5C-BAB8-9542E8D1B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274727-17E4-4817-8C1C-0EF24FA5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1D230-7E0C-15BC-BA47-2D3CA2EB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5FDBD-4CE2-7815-D8EF-F2A85D314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83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BF7E-78CC-360F-A5DF-8DAA01698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C6DF3-48EC-6FA2-86D4-E5CA04D8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87C98-A47A-8BB3-5D5E-EAB997F6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4BED10-275C-6ABE-7B1D-1B480E670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068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3C992-67AC-04C1-1B25-B2CE3A41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0BF6E-72C5-FAA2-3E1B-DF93A76C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DC79C-225E-A986-AE3B-2A45880A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07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39C52-898A-6380-03B4-6F041888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1751B-29EF-63C9-584A-B1C75CF9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09CBE-BAB6-06D5-8780-CB45DA10A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3ACEF-B14F-352A-20FE-B4F67411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DAC06-2AC5-6CB3-C726-04C38943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9348B-1D5C-23CE-187E-A51D5231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67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4177-32C5-4CDB-747C-0AA74E242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562DBF-952B-FB9F-CF1F-9C87B2E20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84D7C-33ED-675B-B643-A9490904E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8E64E-0872-BAFD-AB87-BA1B2A37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A8633-56D4-D798-2CB4-C4B6E4991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61929E-2B83-3778-1132-997B59C3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71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9D0D-6CA9-C1B0-865B-56FA9C76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7CAD7-8A61-7E5F-AA59-98FFD224E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25201-7CA6-BA71-92E9-F3ECF628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36684-436B-141A-F83E-ED6CC97EA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E6A69-7CF2-1D1F-5599-2678E591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8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B079E7-D99E-3AFA-5AFA-DB5656A66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3FA24-8B9B-64BA-5A0F-813904BAD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003B1-82AD-0D9E-9ACE-9F5958CBC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CAAF8-6C17-FA8E-DF80-8CB5051DE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FF327-7542-5857-04E1-C04CF929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48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00956-6C79-C027-E3F5-A5A4C4DBD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87ECA-0849-9BDA-4BA7-76A7B9B86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78DC3-FEB5-9AB7-B98C-1A5CAF84D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45E58-37D3-4388-BFC6-42D24066CC0F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D0F3E-CAA2-ABDF-2CE4-8531F4329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776AE-277A-EF11-FEA6-28FAECA85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1ED29-75DA-410A-8E0C-E0CC2C98C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8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43900" y="1450306"/>
            <a:ext cx="99042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COLLEGE EVENT MANAGEMENT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06245" y="4021394"/>
            <a:ext cx="3647700" cy="13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966700" y="4554145"/>
            <a:ext cx="36477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MONIKA SRIE K - 2303811714822021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D4C5A1-F3BB-1BF3-C031-89780A1C7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4" y="55425"/>
            <a:ext cx="5953956" cy="197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E58D62-6786-B775-0C55-2E2C7F50A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998" y="152337"/>
            <a:ext cx="1448002" cy="1114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ABSTRACT</a:t>
            </a:r>
            <a:endParaRPr/>
          </a:p>
        </p:txBody>
      </p:sp>
      <p:sp>
        <p:nvSpPr>
          <p:cNvPr id="126" name="Google Shape;126;p1"/>
          <p:cNvSpPr txBox="1">
            <a:spLocks noGrp="1"/>
          </p:cNvSpPr>
          <p:nvPr>
            <p:ph type="body" idx="1"/>
          </p:nvPr>
        </p:nvSpPr>
        <p:spPr>
          <a:xfrm>
            <a:off x="838200" y="160070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Efficient coordination between students and faculty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Simplifies event planning and reduces manual effort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Real-time registration and resource tracking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Automatic report generation and Instant notifications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6AE3D1-C1CD-387F-712D-E542B4584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884"/>
            <a:ext cx="1448002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4360A0-F179-2EE6-274C-421EC1CF6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29" name="Google Shape;129;p2"/>
          <p:cNvSpPr txBox="1">
            <a:spLocks noGrp="1"/>
          </p:cNvSpPr>
          <p:nvPr>
            <p:ph type="body" idx="1"/>
          </p:nvPr>
        </p:nvSpPr>
        <p:spPr>
          <a:xfrm>
            <a:off x="838200" y="147236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1621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The system helps in organizing and managing college events efficiently.</a:t>
            </a:r>
            <a:endParaRPr sz="2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  <a:p>
            <a:pPr marL="228600" lvl="0" indent="-21621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 It stores and handles event details, registrations, and schedules.</a:t>
            </a:r>
            <a:endParaRPr sz="2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  <a:p>
            <a:pPr marL="228600" lvl="0" indent="-21621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Automates tasks like ticketing, attendee tracking, and notifications.</a:t>
            </a:r>
            <a:endParaRPr sz="2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  <a:p>
            <a:pPr marL="228600" lvl="0" indent="-21621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Reduces manual workload and minimizes errors .</a:t>
            </a:r>
            <a:endParaRPr sz="2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  <a:p>
            <a:pPr marL="228600" lvl="0" indent="-21621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Ensures secure access for students, faculty, and administrators.</a:t>
            </a:r>
            <a:endParaRPr sz="2600"/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AB831-C48B-BA09-B703-D710F69FF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09"/>
            <a:ext cx="1448002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2CBB04-06AA-2A2E-B859-9CF1DEBE2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/>
        </p:nvSpPr>
        <p:spPr>
          <a:xfrm>
            <a:off x="1243781" y="552754"/>
            <a:ext cx="9704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ARCHITECTURE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4161114" y="1502784"/>
            <a:ext cx="3869700" cy="769500"/>
          </a:xfrm>
          <a:prstGeom prst="roundRect">
            <a:avLst>
              <a:gd name="adj" fmla="val 16667"/>
            </a:avLst>
          </a:prstGeom>
          <a:solidFill>
            <a:srgbClr val="BBD6EE"/>
          </a:solidFill>
          <a:ln w="12700" cap="flat" cmpd="sng">
            <a:solidFill>
              <a:srgbClr val="B3C6E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College Event Management System 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3367030" y="2635925"/>
            <a:ext cx="1588200" cy="872400"/>
          </a:xfrm>
          <a:prstGeom prst="rect">
            <a:avLst/>
          </a:prstGeom>
          <a:solidFill>
            <a:srgbClr val="F1C232"/>
          </a:solidFill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7243852" y="2674522"/>
            <a:ext cx="1574100" cy="796200"/>
          </a:xfrm>
          <a:prstGeom prst="rect">
            <a:avLst/>
          </a:prstGeom>
          <a:solidFill>
            <a:srgbClr val="F6B26B"/>
          </a:solidFill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Panel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363277" y="4115492"/>
            <a:ext cx="1588200" cy="872400"/>
          </a:xfrm>
          <a:prstGeom prst="rect">
            <a:avLst/>
          </a:prstGeom>
          <a:solidFill>
            <a:srgbClr val="C9DAF8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Mgt.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7243852" y="4072210"/>
            <a:ext cx="1588200" cy="872400"/>
          </a:xfrm>
          <a:prstGeom prst="rect">
            <a:avLst/>
          </a:prstGeom>
          <a:solidFill>
            <a:srgbClr val="C9DAF8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Resource  Mgt.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306831" y="4101706"/>
            <a:ext cx="1588200" cy="872400"/>
          </a:xfrm>
          <a:prstGeom prst="rect">
            <a:avLst/>
          </a:prstGeom>
          <a:solidFill>
            <a:srgbClr val="C9DAF8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Registration &amp; Tracking;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3365866" y="5720685"/>
            <a:ext cx="1588200" cy="8724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5301237" y="5690129"/>
            <a:ext cx="1588200" cy="8724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Gen.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7236608" y="5690129"/>
            <a:ext cx="1588200" cy="872400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MySql )</a:t>
            </a:r>
            <a:endParaRPr/>
          </a:p>
        </p:txBody>
      </p:sp>
      <p:cxnSp>
        <p:nvCxnSpPr>
          <p:cNvPr id="141" name="Google Shape;141;p3"/>
          <p:cNvCxnSpPr>
            <a:stCxn id="132" idx="2"/>
            <a:endCxn id="133" idx="0"/>
          </p:cNvCxnSpPr>
          <p:nvPr/>
        </p:nvCxnSpPr>
        <p:spPr>
          <a:xfrm flipH="1">
            <a:off x="4161264" y="2272284"/>
            <a:ext cx="1934700" cy="3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2" name="Google Shape;142;p3"/>
          <p:cNvCxnSpPr>
            <a:stCxn id="132" idx="2"/>
            <a:endCxn id="134" idx="0"/>
          </p:cNvCxnSpPr>
          <p:nvPr/>
        </p:nvCxnSpPr>
        <p:spPr>
          <a:xfrm>
            <a:off x="6095964" y="2272284"/>
            <a:ext cx="1935000" cy="40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3" name="Google Shape;143;p3"/>
          <p:cNvCxnSpPr>
            <a:stCxn id="133" idx="2"/>
            <a:endCxn id="136" idx="0"/>
          </p:cNvCxnSpPr>
          <p:nvPr/>
        </p:nvCxnSpPr>
        <p:spPr>
          <a:xfrm rot="-5400000" flipH="1">
            <a:off x="5817580" y="1851875"/>
            <a:ext cx="564000" cy="3876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4" name="Google Shape;144;p3"/>
          <p:cNvCxnSpPr>
            <a:stCxn id="134" idx="2"/>
            <a:endCxn id="135" idx="0"/>
          </p:cNvCxnSpPr>
          <p:nvPr/>
        </p:nvCxnSpPr>
        <p:spPr>
          <a:xfrm rot="5400000">
            <a:off x="5771752" y="1856272"/>
            <a:ext cx="644700" cy="3873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145;p3"/>
          <p:cNvCxnSpPr>
            <a:stCxn id="133" idx="2"/>
            <a:endCxn id="137" idx="0"/>
          </p:cNvCxnSpPr>
          <p:nvPr/>
        </p:nvCxnSpPr>
        <p:spPr>
          <a:xfrm rot="-5400000" flipH="1">
            <a:off x="4834330" y="2835125"/>
            <a:ext cx="593400" cy="1939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6" name="Google Shape;146;p3"/>
          <p:cNvCxnSpPr>
            <a:stCxn id="135" idx="2"/>
            <a:endCxn id="140" idx="0"/>
          </p:cNvCxnSpPr>
          <p:nvPr/>
        </p:nvCxnSpPr>
        <p:spPr>
          <a:xfrm rot="-5400000" flipH="1">
            <a:off x="5742877" y="3402392"/>
            <a:ext cx="702300" cy="38733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7" name="Google Shape;147;p3"/>
          <p:cNvCxnSpPr>
            <a:stCxn id="136" idx="2"/>
            <a:endCxn id="138" idx="0"/>
          </p:cNvCxnSpPr>
          <p:nvPr/>
        </p:nvCxnSpPr>
        <p:spPr>
          <a:xfrm rot="5400000">
            <a:off x="5710852" y="3393610"/>
            <a:ext cx="776100" cy="38781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8" name="Google Shape;148;p3"/>
          <p:cNvCxnSpPr>
            <a:stCxn id="135" idx="2"/>
            <a:endCxn id="139" idx="0"/>
          </p:cNvCxnSpPr>
          <p:nvPr/>
        </p:nvCxnSpPr>
        <p:spPr>
          <a:xfrm rot="-5400000" flipH="1">
            <a:off x="4775227" y="4370042"/>
            <a:ext cx="702300" cy="19380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0BF3104-4AEF-8339-32DD-917CC7089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8002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BE389D-629D-A88A-794F-F4BA81B13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5C9A6-8486-6F11-0CC8-3B1E6F98D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/>
              <a:t>PROPOSED EXPLANATION ADVANTAGES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850338-4623-D355-A2D7-F6A509F8B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25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Reduces manual work for organizers</a:t>
            </a:r>
          </a:p>
          <a:p>
            <a:endParaRPr lang="en-US" sz="2400" dirty="0"/>
          </a:p>
          <a:p>
            <a:r>
              <a:rPr lang="en-US" sz="2400" dirty="0"/>
              <a:t>Ensures better planning with fewer errors</a:t>
            </a:r>
          </a:p>
          <a:p>
            <a:endParaRPr lang="en-US" sz="2400" dirty="0"/>
          </a:p>
          <a:p>
            <a:r>
              <a:rPr lang="en-US" sz="2400" dirty="0"/>
              <a:t>Transparent and centralized system</a:t>
            </a:r>
          </a:p>
          <a:p>
            <a:endParaRPr lang="en-US" sz="2400" dirty="0"/>
          </a:p>
          <a:p>
            <a:r>
              <a:rPr lang="en-US" sz="2400" dirty="0"/>
              <a:t>Easy reporting for faculty and admin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67192-5421-7AF7-F960-652351FF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8002" cy="1114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984C95-5739-D3C0-8EAF-1F11B0CF4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34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>
            <a:spLocks noGrp="1"/>
          </p:cNvSpPr>
          <p:nvPr>
            <p:ph type="body" idx="1"/>
          </p:nvPr>
        </p:nvSpPr>
        <p:spPr>
          <a:xfrm>
            <a:off x="1977189" y="309459"/>
            <a:ext cx="85947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MODULES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/>
          </a:p>
        </p:txBody>
      </p:sp>
      <p:sp>
        <p:nvSpPr>
          <p:cNvPr id="156" name="Google Shape;156;p1"/>
          <p:cNvSpPr/>
          <p:nvPr/>
        </p:nvSpPr>
        <p:spPr>
          <a:xfrm>
            <a:off x="627647" y="2099697"/>
            <a:ext cx="11293500" cy="26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240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Management Module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Registration Modul</a:t>
            </a:r>
            <a:r>
              <a:rPr lang="en-US" sz="2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Registered Student Viewer Module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Generation Module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Management Module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 Module Module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3E701A-8B87-52AD-C7F4-D6CFBEDD3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8002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D19DB5-DDAB-A95F-611F-16A8D4DE2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1"/>
              <a:t>EXPLANATION OF MODULES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465221" y="3593249"/>
            <a:ext cx="1172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81789" y="1690688"/>
            <a:ext cx="11293500" cy="41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Management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create new events and update / delete existing events.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 Registration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Students views available events, registered events saved in database.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Registered Student Viewer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Admin/Faculty view list of registered students.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Report Generation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Generate reports data as CSV file.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Management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MySql used to store: Users(student/faculty/admin), Events, Registrations.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  Module 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Custom dashboard view for Students (List of open events) and Faculty/Admin (edit/delete/export).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5322C-0054-8AF2-B04C-11D9D4447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48002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E1E239-BCD3-15E5-2236-D1D9847A9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710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>
            <a:spLocks noGrp="1"/>
          </p:cNvSpPr>
          <p:nvPr>
            <p:ph type="title"/>
          </p:nvPr>
        </p:nvSpPr>
        <p:spPr>
          <a:xfrm>
            <a:off x="4448175" y="-8651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PROGRAM</a:t>
            </a:r>
            <a:endParaRPr dirty="0"/>
          </a:p>
        </p:txBody>
      </p:sp>
      <p:sp>
        <p:nvSpPr>
          <p:cNvPr id="160" name="Google Shape;160;p1"/>
          <p:cNvSpPr txBox="1">
            <a:spLocks noGrp="1"/>
          </p:cNvSpPr>
          <p:nvPr>
            <p:ph type="body" idx="1"/>
          </p:nvPr>
        </p:nvSpPr>
        <p:spPr>
          <a:xfrm>
            <a:off x="2161450" y="1530775"/>
            <a:ext cx="11087700" cy="52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import sqlite3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from </a:t>
            </a:r>
            <a:r>
              <a:rPr lang="en-US" dirty="0" err="1"/>
              <a:t>tkinter</a:t>
            </a:r>
            <a:r>
              <a:rPr lang="en-US" dirty="0"/>
              <a:t> import *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from </a:t>
            </a:r>
            <a:r>
              <a:rPr lang="en-US" dirty="0" err="1"/>
              <a:t>tkinter</a:t>
            </a:r>
            <a:r>
              <a:rPr lang="en-US" dirty="0"/>
              <a:t> import </a:t>
            </a:r>
            <a:r>
              <a:rPr lang="en-US" dirty="0" err="1"/>
              <a:t>messagebox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# Connect to SQLite database (creates if not exists)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conn = sqlite3.connect('</a:t>
            </a:r>
            <a:r>
              <a:rPr lang="en-US" dirty="0" err="1"/>
              <a:t>college_events.db</a:t>
            </a:r>
            <a:r>
              <a:rPr lang="en-US" dirty="0"/>
              <a:t>')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cursor = </a:t>
            </a:r>
            <a:r>
              <a:rPr lang="en-US" dirty="0" err="1"/>
              <a:t>conn.cursor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# Create events table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err="1"/>
              <a:t>cursor.execute</a:t>
            </a:r>
            <a:r>
              <a:rPr lang="en-US" dirty="0"/>
              <a:t>('''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CREATE TABLE IF NOT EXISTS events (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    id INTEGER PRIMARY KEY AUTOINCREMENT,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    title TEXT NOT NULL,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    date TEXT NOT NULL,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    venue TEXT NOT NULL,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    description TEXT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''')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2D4A41-B5B0-E043-6763-EE4419937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1448002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3F2E66-0964-B26D-E94E-F32EF06E4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/>
          <p:cNvSpPr txBox="1">
            <a:spLocks noGrp="1"/>
          </p:cNvSpPr>
          <p:nvPr>
            <p:ph type="title"/>
          </p:nvPr>
        </p:nvSpPr>
        <p:spPr>
          <a:xfrm>
            <a:off x="838200" y="565150"/>
            <a:ext cx="9905798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66" name="Google Shape;16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877700" cy="46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conn.commit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# Function to add new event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def </a:t>
            </a:r>
            <a:r>
              <a:rPr lang="en-US" dirty="0" err="1"/>
              <a:t>add_event</a:t>
            </a:r>
            <a:r>
              <a:rPr lang="en-US" dirty="0"/>
              <a:t>():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title = </a:t>
            </a:r>
            <a:r>
              <a:rPr lang="en-US" dirty="0" err="1"/>
              <a:t>entry_title.get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date = </a:t>
            </a:r>
            <a:r>
              <a:rPr lang="en-US" dirty="0" err="1"/>
              <a:t>entry_date.get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venue = </a:t>
            </a:r>
            <a:r>
              <a:rPr lang="en-US" dirty="0" err="1"/>
              <a:t>entry_venue.get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description = </a:t>
            </a:r>
            <a:r>
              <a:rPr lang="en-US" dirty="0" err="1"/>
              <a:t>text_desc.get</a:t>
            </a:r>
            <a:r>
              <a:rPr lang="en-US" dirty="0"/>
              <a:t>("1.0", END).strip()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if title and date and venue: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    </a:t>
            </a:r>
            <a:r>
              <a:rPr lang="en-US" dirty="0" err="1"/>
              <a:t>cursor.execute</a:t>
            </a:r>
            <a:r>
              <a:rPr lang="en-US" dirty="0"/>
              <a:t>("INSERT INTO events (title, date, venue, description) VALUES (?, ?, ?, ?)",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                   (title, date, venue, description))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    </a:t>
            </a:r>
            <a:r>
              <a:rPr lang="en-US" dirty="0" err="1"/>
              <a:t>conn.commit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    </a:t>
            </a:r>
            <a:r>
              <a:rPr lang="en-US" dirty="0" err="1"/>
              <a:t>messagebox.showinfo</a:t>
            </a:r>
            <a:r>
              <a:rPr lang="en-US" dirty="0"/>
              <a:t>("Success", "Event added successfully.")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    </a:t>
            </a:r>
            <a:r>
              <a:rPr lang="en-US" dirty="0" err="1"/>
              <a:t>clear_fields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    </a:t>
            </a:r>
            <a:r>
              <a:rPr lang="en-US" dirty="0" err="1"/>
              <a:t>load_events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   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9BF8F-19B7-51C2-1025-909C93BEE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48002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A06FBA-C114-EFF3-29F1-C48DB946A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"/>
          <p:cNvSpPr txBox="1">
            <a:spLocks noGrp="1"/>
          </p:cNvSpPr>
          <p:nvPr>
            <p:ph type="title"/>
          </p:nvPr>
        </p:nvSpPr>
        <p:spPr>
          <a:xfrm>
            <a:off x="724001" y="14440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72" name="Google Shape;172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1097600" cy="50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else: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messagebox.showwarning("Missing Info", "All fields except description are required.")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# Function to delete selected event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def delete_event():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selected = listbox_events.get(ACTIVE)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if selected: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event_id = selected.split(' ')[0]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cursor.execute("DELETE FROM events WHERE id = ?", (event_id,))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conn.commit()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load_events()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messagebox.showinfo("Deleted", "Event deleted.")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else: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messagebox.showwarning("Select Event", "No event selected.")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B8B0D-F016-6EFC-7E3D-E4414C760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48002" cy="1114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3C9650-AFBE-30E5-7317-FA89ACA00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78" name="Google Shape;17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03500" cy="50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# Function to show all events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def load_events():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listbox_events.delete(0, END)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cursor.execute("SELECT * FROM events")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row in cursor.fetchall():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listbox_events.insert(END, f"{row[0]} - {row[1]} on {row[2]} at {row[3]}")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# Clear input fields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def clear_fields():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entry_title.delete(0, END)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entry_date.delete(0, END)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entry_venue.delete(0, END)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text_desc.delete("1.0", END)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# GUI layout using Tkinter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root = Tk()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02FFC-51D9-A06E-E82F-6ED5BFC58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354"/>
            <a:ext cx="1448002" cy="1114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D61D82-16D0-0898-2A4B-A9E67B0E0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84" name="Google Shape;184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7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root.title("College Event Management System")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Label(root, text="Event Title:").grid(row=0, column=0, sticky=E)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entry_title = Entry(root, width=40)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entry_title.grid(row=0, column=1, pady=5)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Label(root, text="Date (YYYY-MM-DD):").grid(row=1, column=0, sticky=E)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entry_date = Entry(root, width=40)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entry_date.grid(row=1, column=1, pady=5)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Label(root, text="Venue:").grid(row=2, column=0, sticky=E)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entry_venue = Entry(root, width=40)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entry_venue.grid(row=2, column=1, pady=5)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F6F604-498C-29DA-C191-9DA7CFD94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700"/>
            <a:ext cx="1448002" cy="1114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8C695A-AA77-649C-73D5-B5B890AF3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90" name="Google Shape;19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Label(root, text="Description:").grid(row=3, column=0, sticky=NE)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text_desc</a:t>
            </a:r>
            <a:r>
              <a:rPr lang="en-US" dirty="0"/>
              <a:t> = Text(root, width=30, height=4)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text_desc.grid</a:t>
            </a:r>
            <a:r>
              <a:rPr lang="en-US" dirty="0"/>
              <a:t>(row=3, column=1, </a:t>
            </a:r>
            <a:r>
              <a:rPr lang="en-US" dirty="0" err="1"/>
              <a:t>pady</a:t>
            </a:r>
            <a:r>
              <a:rPr lang="en-US" dirty="0"/>
              <a:t>=5)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Button(root, text="Add Event", command=</a:t>
            </a:r>
            <a:r>
              <a:rPr lang="en-US" dirty="0" err="1"/>
              <a:t>add_event</a:t>
            </a:r>
            <a:r>
              <a:rPr lang="en-US" dirty="0"/>
              <a:t>).grid(row=4, column=0, </a:t>
            </a:r>
            <a:r>
              <a:rPr lang="en-US" dirty="0" err="1"/>
              <a:t>columnspan</a:t>
            </a:r>
            <a:r>
              <a:rPr lang="en-US" dirty="0"/>
              <a:t>=2, </a:t>
            </a:r>
            <a:r>
              <a:rPr lang="en-US" dirty="0" err="1"/>
              <a:t>pady</a:t>
            </a:r>
            <a:r>
              <a:rPr lang="en-US" dirty="0"/>
              <a:t>=5)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listbox_events</a:t>
            </a:r>
            <a:r>
              <a:rPr lang="en-US" dirty="0"/>
              <a:t> = </a:t>
            </a:r>
            <a:r>
              <a:rPr lang="en-US" dirty="0" err="1"/>
              <a:t>Listbox</a:t>
            </a:r>
            <a:r>
              <a:rPr lang="en-US" dirty="0"/>
              <a:t>(root, width=70)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listbox_events.grid</a:t>
            </a:r>
            <a:r>
              <a:rPr lang="en-US" dirty="0"/>
              <a:t>(row=5, column=0, </a:t>
            </a:r>
            <a:r>
              <a:rPr lang="en-US" dirty="0" err="1"/>
              <a:t>columnspan</a:t>
            </a:r>
            <a:r>
              <a:rPr lang="en-US" dirty="0"/>
              <a:t>=2, </a:t>
            </a:r>
            <a:r>
              <a:rPr lang="en-US" dirty="0" err="1"/>
              <a:t>pady</a:t>
            </a:r>
            <a:r>
              <a:rPr lang="en-US" dirty="0"/>
              <a:t>=10)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Button(root, text="Delete Selected", command=</a:t>
            </a:r>
            <a:r>
              <a:rPr lang="en-US" dirty="0" err="1"/>
              <a:t>delete_event</a:t>
            </a:r>
            <a:r>
              <a:rPr lang="en-US" dirty="0"/>
              <a:t>).grid(row=6, column=0, </a:t>
            </a:r>
            <a:r>
              <a:rPr lang="en-US" dirty="0" err="1"/>
              <a:t>columnspan</a:t>
            </a:r>
            <a:r>
              <a:rPr lang="en-US" dirty="0"/>
              <a:t>=2)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load_events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root.mainloop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 err="1"/>
              <a:t>conn.close</a:t>
            </a:r>
            <a:r>
              <a:rPr lang="en-US" dirty="0"/>
              <a:t>()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3C7BA-3EF3-ABCC-B381-9ABBE4A23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354"/>
            <a:ext cx="1448002" cy="1114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8A067D-1E22-7C31-D0CB-C502187A4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1446846" y="59915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OUTPUT </a:t>
            </a:r>
            <a:endParaRPr dirty="0"/>
          </a:p>
        </p:txBody>
      </p:sp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xfrm>
            <a:off x="1552575" y="2943224"/>
            <a:ext cx="7515225" cy="291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C8CA5F-0909-75D3-232B-11AAEC86B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779" y="1825625"/>
            <a:ext cx="8781265" cy="48522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652ADE-05DA-62B1-1CB1-BBC7A7350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56" y="0"/>
            <a:ext cx="1448002" cy="1114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CCD62D-5186-4C3A-7F7C-6041BF505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4048125" y="250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 </a:t>
            </a:r>
            <a:endParaRPr dirty="0"/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1.MySQL Connector Python library for integrating Python with MySQL databases.
2. W3Schools tutorials on Python-MySQL integration and basic SQL queries.
3. </a:t>
            </a:r>
            <a:r>
              <a:rPr lang="en-US" dirty="0" err="1"/>
              <a:t>GeeksforGeeks</a:t>
            </a:r>
            <a:r>
              <a:rPr lang="en-US" dirty="0"/>
              <a:t> tutorials for building GUI applications using </a:t>
            </a:r>
            <a:r>
              <a:rPr lang="en-US" dirty="0" err="1"/>
              <a:t>Tkinter</a:t>
            </a:r>
            <a:r>
              <a:rPr lang="en-US" dirty="0"/>
              <a:t>.
4. SQL syntax and commands reference used to create and manipulate event data.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E0E09D-1739-A71D-678E-5DA04E40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48002" cy="1114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0C6E72-C8F8-71B3-FC90-F7BDFC8AB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998" y="0"/>
            <a:ext cx="1267002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4F58-7EB3-470E-2212-CB63C384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3757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THANK YOU !!!!</a:t>
            </a:r>
          </a:p>
        </p:txBody>
      </p:sp>
    </p:spTree>
    <p:extLst>
      <p:ext uri="{BB962C8B-B14F-4D97-AF65-F5344CB8AC3E}">
        <p14:creationId xmlns:p14="http://schemas.microsoft.com/office/powerpoint/2010/main" val="1756887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1119</Words>
  <Application>Microsoft Office PowerPoint</Application>
  <PresentationFormat>Widescreen</PresentationFormat>
  <Paragraphs>174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COLLEGE EVENT MANAGEMENT</vt:lpstr>
      <vt:lpstr>ABSTRACT</vt:lpstr>
      <vt:lpstr>INTRODUCTION</vt:lpstr>
      <vt:lpstr>PowerPoint Presentation</vt:lpstr>
      <vt:lpstr>PROPOSED EXPLANATION ADVANTAGES</vt:lpstr>
      <vt:lpstr>PowerPoint Presentation</vt:lpstr>
      <vt:lpstr>EXPLANATION OF MODULES</vt:lpstr>
      <vt:lpstr>PROGRAM</vt:lpstr>
      <vt:lpstr>.</vt:lpstr>
      <vt:lpstr>.</vt:lpstr>
      <vt:lpstr>.</vt:lpstr>
      <vt:lpstr>.</vt:lpstr>
      <vt:lpstr>.</vt:lpstr>
      <vt:lpstr>OUTPUT </vt:lpstr>
      <vt:lpstr>Reference </vt:lpstr>
      <vt:lpstr>THANK YOU 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EVENT MANAGEMENT</dc:title>
  <dc:creator>Neha Henin</dc:creator>
  <cp:lastModifiedBy>Neha Henin</cp:lastModifiedBy>
  <cp:revision>1</cp:revision>
  <dcterms:modified xsi:type="dcterms:W3CDTF">2025-05-29T08:58:44Z</dcterms:modified>
</cp:coreProperties>
</file>