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1" r:id="rId6"/>
    <p:sldId id="286" r:id="rId7"/>
    <p:sldId id="273" r:id="rId8"/>
    <p:sldId id="287" r:id="rId9"/>
    <p:sldId id="260" r:id="rId10"/>
    <p:sldId id="282" r:id="rId11"/>
    <p:sldId id="274" r:id="rId12"/>
    <p:sldId id="275" r:id="rId13"/>
    <p:sldId id="280" r:id="rId14"/>
    <p:sldId id="283" r:id="rId15"/>
    <p:sldId id="284" r:id="rId16"/>
    <p:sldId id="285" r:id="rId17"/>
    <p:sldId id="276" r:id="rId18"/>
    <p:sldId id="272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C7B6E-1607-49E6-AA82-5EDBE73ECD29}" v="32" dt="2025-05-29T06:31:01.2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02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Henin" userId="e9b7af8b853c90ff" providerId="LiveId" clId="{D5FC7B6E-1607-49E6-AA82-5EDBE73ECD29}"/>
    <pc:docChg chg="undo custSel addSld delSld modSld sldOrd">
      <pc:chgData name="Neha Henin" userId="e9b7af8b853c90ff" providerId="LiveId" clId="{D5FC7B6E-1607-49E6-AA82-5EDBE73ECD29}" dt="2025-05-29T06:32:25.536" v="1189" actId="1076"/>
      <pc:docMkLst>
        <pc:docMk/>
      </pc:docMkLst>
      <pc:sldChg chg="addSp delSp modSp mod">
        <pc:chgData name="Neha Henin" userId="e9b7af8b853c90ff" providerId="LiveId" clId="{D5FC7B6E-1607-49E6-AA82-5EDBE73ECD29}" dt="2025-05-29T05:12:24.006" v="130" actId="1076"/>
        <pc:sldMkLst>
          <pc:docMk/>
          <pc:sldMk cId="0" sldId="256"/>
        </pc:sldMkLst>
        <pc:spChg chg="mod">
          <ac:chgData name="Neha Henin" userId="e9b7af8b853c90ff" providerId="LiveId" clId="{D5FC7B6E-1607-49E6-AA82-5EDBE73ECD29}" dt="2025-05-29T04:38:36.019" v="0" actId="20577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Neha Henin" userId="e9b7af8b853c90ff" providerId="LiveId" clId="{D5FC7B6E-1607-49E6-AA82-5EDBE73ECD29}" dt="2025-05-29T05:08:20.987" v="81" actId="1076"/>
          <ac:spMkLst>
            <pc:docMk/>
            <pc:sldMk cId="0" sldId="256"/>
            <ac:spMk id="9" creationId="{1E93AFB8-85A7-5C28-7F52-F1F08E4EC6F3}"/>
          </ac:spMkLst>
        </pc:spChg>
        <pc:spChg chg="add mod">
          <ac:chgData name="Neha Henin" userId="e9b7af8b853c90ff" providerId="LiveId" clId="{D5FC7B6E-1607-49E6-AA82-5EDBE73ECD29}" dt="2025-05-29T05:12:24.006" v="130" actId="1076"/>
          <ac:spMkLst>
            <pc:docMk/>
            <pc:sldMk cId="0" sldId="256"/>
            <ac:spMk id="11" creationId="{6F3F5FE4-2375-33E5-79AF-C0BDB82CDAD5}"/>
          </ac:spMkLst>
        </pc:spChg>
        <pc:picChg chg="mod">
          <ac:chgData name="Neha Henin" userId="e9b7af8b853c90ff" providerId="LiveId" clId="{D5FC7B6E-1607-49E6-AA82-5EDBE73ECD29}" dt="2025-05-29T04:38:52.276" v="1" actId="1076"/>
          <ac:picMkLst>
            <pc:docMk/>
            <pc:sldMk cId="0" sldId="256"/>
            <ac:picMk id="3" creationId="{00000000-0000-0000-0000-000000000000}"/>
          </ac:picMkLst>
        </pc:picChg>
      </pc:sldChg>
      <pc:sldChg chg="addSp delSp modSp mod">
        <pc:chgData name="Neha Henin" userId="e9b7af8b853c90ff" providerId="LiveId" clId="{D5FC7B6E-1607-49E6-AA82-5EDBE73ECD29}" dt="2025-05-29T05:37:12.031" v="813" actId="20577"/>
        <pc:sldMkLst>
          <pc:docMk/>
          <pc:sldMk cId="0" sldId="257"/>
        </pc:sldMkLst>
        <pc:spChg chg="mod">
          <ac:chgData name="Neha Henin" userId="e9b7af8b853c90ff" providerId="LiveId" clId="{D5FC7B6E-1607-49E6-AA82-5EDBE73ECD29}" dt="2025-05-29T05:37:12.031" v="813" actId="20577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Neha Henin" userId="e9b7af8b853c90ff" providerId="LiveId" clId="{D5FC7B6E-1607-49E6-AA82-5EDBE73ECD29}" dt="2025-05-29T04:41:18.619" v="41" actId="22"/>
          <ac:spMkLst>
            <pc:docMk/>
            <pc:sldMk cId="0" sldId="257"/>
            <ac:spMk id="7" creationId="{34087C8E-7DC5-3483-DC5F-5A610237C4FC}"/>
          </ac:spMkLst>
        </pc:spChg>
        <pc:spChg chg="add del mod">
          <ac:chgData name="Neha Henin" userId="e9b7af8b853c90ff" providerId="LiveId" clId="{D5FC7B6E-1607-49E6-AA82-5EDBE73ECD29}" dt="2025-05-29T04:42:59.006" v="55" actId="478"/>
          <ac:spMkLst>
            <pc:docMk/>
            <pc:sldMk cId="0" sldId="257"/>
            <ac:spMk id="9" creationId="{A528800A-9060-2667-E2DA-F0673965A5F2}"/>
          </ac:spMkLst>
        </pc:spChg>
        <pc:spChg chg="add mod">
          <ac:chgData name="Neha Henin" userId="e9b7af8b853c90ff" providerId="LiveId" clId="{D5FC7B6E-1607-49E6-AA82-5EDBE73ECD29}" dt="2025-05-29T05:10:36.822" v="106" actId="1076"/>
          <ac:spMkLst>
            <pc:docMk/>
            <pc:sldMk cId="0" sldId="257"/>
            <ac:spMk id="10" creationId="{621E15BC-DDB3-8E9C-B438-745DC470F126}"/>
          </ac:spMkLst>
        </pc:spChg>
        <pc:spChg chg="add del mod">
          <ac:chgData name="Neha Henin" userId="e9b7af8b853c90ff" providerId="LiveId" clId="{D5FC7B6E-1607-49E6-AA82-5EDBE73ECD29}" dt="2025-05-29T05:12:56.087" v="139" actId="1076"/>
          <ac:spMkLst>
            <pc:docMk/>
            <pc:sldMk cId="0" sldId="257"/>
            <ac:spMk id="12" creationId="{0365B3FA-937A-9CC1-E446-C8FD2907E989}"/>
          </ac:spMkLst>
        </pc:spChg>
      </pc:sldChg>
      <pc:sldChg chg="addSp delSp modSp mod">
        <pc:chgData name="Neha Henin" userId="e9b7af8b853c90ff" providerId="LiveId" clId="{D5FC7B6E-1607-49E6-AA82-5EDBE73ECD29}" dt="2025-05-29T05:28:28.379" v="540" actId="20577"/>
        <pc:sldMkLst>
          <pc:docMk/>
          <pc:sldMk cId="0" sldId="258"/>
        </pc:sldMkLst>
        <pc:spChg chg="mod">
          <ac:chgData name="Neha Henin" userId="e9b7af8b853c90ff" providerId="LiveId" clId="{D5FC7B6E-1607-49E6-AA82-5EDBE73ECD29}" dt="2025-05-29T05:28:28.379" v="540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Neha Henin" userId="e9b7af8b853c90ff" providerId="LiveId" clId="{D5FC7B6E-1607-49E6-AA82-5EDBE73ECD29}" dt="2025-05-29T05:08:06.824" v="80"/>
          <ac:spMkLst>
            <pc:docMk/>
            <pc:sldMk cId="0" sldId="258"/>
            <ac:spMk id="3" creationId="{00000000-0000-0000-0000-000000000000}"/>
          </ac:spMkLst>
        </pc:spChg>
        <pc:spChg chg="mod">
          <ac:chgData name="Neha Henin" userId="e9b7af8b853c90ff" providerId="LiveId" clId="{D5FC7B6E-1607-49E6-AA82-5EDBE73ECD29}" dt="2025-05-29T04:43:44.653" v="58" actId="2711"/>
          <ac:spMkLst>
            <pc:docMk/>
            <pc:sldMk cId="0" sldId="258"/>
            <ac:spMk id="5" creationId="{0ECC2B92-DF35-88A6-DBE1-FD2C8604B130}"/>
          </ac:spMkLst>
        </pc:spChg>
        <pc:spChg chg="add del mod">
          <ac:chgData name="Neha Henin" userId="e9b7af8b853c90ff" providerId="LiveId" clId="{D5FC7B6E-1607-49E6-AA82-5EDBE73ECD29}" dt="2025-05-29T04:42:46.159" v="52" actId="478"/>
          <ac:spMkLst>
            <pc:docMk/>
            <pc:sldMk cId="0" sldId="258"/>
            <ac:spMk id="6" creationId="{513AA34A-23C7-FE32-9B83-20D06E132876}"/>
          </ac:spMkLst>
        </pc:spChg>
        <pc:spChg chg="add mod">
          <ac:chgData name="Neha Henin" userId="e9b7af8b853c90ff" providerId="LiveId" clId="{D5FC7B6E-1607-49E6-AA82-5EDBE73ECD29}" dt="2025-05-29T05:08:41.986" v="84"/>
          <ac:spMkLst>
            <pc:docMk/>
            <pc:sldMk cId="0" sldId="258"/>
            <ac:spMk id="9" creationId="{F0E53C14-6C0C-C3A0-5BE1-C7829ABFF290}"/>
          </ac:spMkLst>
        </pc:spChg>
        <pc:spChg chg="add mod">
          <ac:chgData name="Neha Henin" userId="e9b7af8b853c90ff" providerId="LiveId" clId="{D5FC7B6E-1607-49E6-AA82-5EDBE73ECD29}" dt="2025-05-29T05:13:32.044" v="152" actId="1076"/>
          <ac:spMkLst>
            <pc:docMk/>
            <pc:sldMk cId="0" sldId="258"/>
            <ac:spMk id="11" creationId="{51AC897C-DE1E-49C9-5908-ED45D2B9A251}"/>
          </ac:spMkLst>
        </pc:spChg>
      </pc:sldChg>
      <pc:sldChg chg="addSp delSp modSp mod">
        <pc:chgData name="Neha Henin" userId="e9b7af8b853c90ff" providerId="LiveId" clId="{D5FC7B6E-1607-49E6-AA82-5EDBE73ECD29}" dt="2025-05-29T06:04:43.912" v="855" actId="20577"/>
        <pc:sldMkLst>
          <pc:docMk/>
          <pc:sldMk cId="0" sldId="259"/>
        </pc:sldMkLst>
        <pc:spChg chg="mod">
          <ac:chgData name="Neha Henin" userId="e9b7af8b853c90ff" providerId="LiveId" clId="{D5FC7B6E-1607-49E6-AA82-5EDBE73ECD29}" dt="2025-05-29T06:04:43.912" v="855" actId="20577"/>
          <ac:spMkLst>
            <pc:docMk/>
            <pc:sldMk cId="0" sldId="259"/>
            <ac:spMk id="6" creationId="{B90A57D1-F46C-DF5D-856A-1320AF7B467F}"/>
          </ac:spMkLst>
        </pc:spChg>
        <pc:spChg chg="add del mod">
          <ac:chgData name="Neha Henin" userId="e9b7af8b853c90ff" providerId="LiveId" clId="{D5FC7B6E-1607-49E6-AA82-5EDBE73ECD29}" dt="2025-05-29T04:42:54.062" v="54" actId="478"/>
          <ac:spMkLst>
            <pc:docMk/>
            <pc:sldMk cId="0" sldId="259"/>
            <ac:spMk id="7" creationId="{D1856A1C-5477-755A-7EA5-8EEB6910FDBD}"/>
          </ac:spMkLst>
        </pc:spChg>
        <pc:spChg chg="add mod">
          <ac:chgData name="Neha Henin" userId="e9b7af8b853c90ff" providerId="LiveId" clId="{D5FC7B6E-1607-49E6-AA82-5EDBE73ECD29}" dt="2025-05-29T05:08:38.025" v="83"/>
          <ac:spMkLst>
            <pc:docMk/>
            <pc:sldMk cId="0" sldId="259"/>
            <ac:spMk id="8" creationId="{3E58F163-7D64-B9E3-0EBB-67F43AE1D8E3}"/>
          </ac:spMkLst>
        </pc:spChg>
        <pc:spChg chg="add mod">
          <ac:chgData name="Neha Henin" userId="e9b7af8b853c90ff" providerId="LiveId" clId="{D5FC7B6E-1607-49E6-AA82-5EDBE73ECD29}" dt="2025-05-29T05:13:11.075" v="145" actId="1076"/>
          <ac:spMkLst>
            <pc:docMk/>
            <pc:sldMk cId="0" sldId="259"/>
            <ac:spMk id="10" creationId="{8AAFD722-441B-31FF-9B01-EB533230B456}"/>
          </ac:spMkLst>
        </pc:spChg>
      </pc:sldChg>
      <pc:sldChg chg="addSp delSp modSp mod">
        <pc:chgData name="Neha Henin" userId="e9b7af8b853c90ff" providerId="LiveId" clId="{D5FC7B6E-1607-49E6-AA82-5EDBE73ECD29}" dt="2025-05-29T06:22:42.647" v="917" actId="1076"/>
        <pc:sldMkLst>
          <pc:docMk/>
          <pc:sldMk cId="0" sldId="260"/>
        </pc:sldMkLst>
        <pc:spChg chg="add mod">
          <ac:chgData name="Neha Henin" userId="e9b7af8b853c90ff" providerId="LiveId" clId="{D5FC7B6E-1607-49E6-AA82-5EDBE73ECD29}" dt="2025-05-29T05:08:48.131" v="87"/>
          <ac:spMkLst>
            <pc:docMk/>
            <pc:sldMk cId="0" sldId="260"/>
            <ac:spMk id="6" creationId="{83BCA34A-A175-A749-3E0A-18111FF274C7}"/>
          </ac:spMkLst>
        </pc:spChg>
        <pc:spChg chg="del mod">
          <ac:chgData name="Neha Henin" userId="e9b7af8b853c90ff" providerId="LiveId" clId="{D5FC7B6E-1607-49E6-AA82-5EDBE73ECD29}" dt="2025-05-29T06:20:47.226" v="907" actId="478"/>
          <ac:spMkLst>
            <pc:docMk/>
            <pc:sldMk cId="0" sldId="260"/>
            <ac:spMk id="7" creationId="{3DF7916E-79B1-CCC4-98BC-6496823C83DD}"/>
          </ac:spMkLst>
        </pc:spChg>
        <pc:spChg chg="del mod">
          <ac:chgData name="Neha Henin" userId="e9b7af8b853c90ff" providerId="LiveId" clId="{D5FC7B6E-1607-49E6-AA82-5EDBE73ECD29}" dt="2025-05-29T06:20:12.241" v="893" actId="478"/>
          <ac:spMkLst>
            <pc:docMk/>
            <pc:sldMk cId="0" sldId="260"/>
            <ac:spMk id="9" creationId="{F58B0F03-6F0A-44FC-32B3-DC4CCB1540DF}"/>
          </ac:spMkLst>
        </pc:spChg>
        <pc:spChg chg="del mod">
          <ac:chgData name="Neha Henin" userId="e9b7af8b853c90ff" providerId="LiveId" clId="{D5FC7B6E-1607-49E6-AA82-5EDBE73ECD29}" dt="2025-05-29T06:20:39.833" v="904" actId="478"/>
          <ac:spMkLst>
            <pc:docMk/>
            <pc:sldMk cId="0" sldId="260"/>
            <ac:spMk id="14" creationId="{3D6FCD03-1561-C475-8729-6B1545FD1A6D}"/>
          </ac:spMkLst>
        </pc:spChg>
        <pc:spChg chg="del mod">
          <ac:chgData name="Neha Henin" userId="e9b7af8b853c90ff" providerId="LiveId" clId="{D5FC7B6E-1607-49E6-AA82-5EDBE73ECD29}" dt="2025-05-29T06:20:34.962" v="902" actId="478"/>
          <ac:spMkLst>
            <pc:docMk/>
            <pc:sldMk cId="0" sldId="260"/>
            <ac:spMk id="15" creationId="{80C979BA-3B75-71C6-81DA-4F0E17778328}"/>
          </ac:spMkLst>
        </pc:spChg>
        <pc:spChg chg="del mod">
          <ac:chgData name="Neha Henin" userId="e9b7af8b853c90ff" providerId="LiveId" clId="{D5FC7B6E-1607-49E6-AA82-5EDBE73ECD29}" dt="2025-05-29T06:20:30.302" v="900" actId="478"/>
          <ac:spMkLst>
            <pc:docMk/>
            <pc:sldMk cId="0" sldId="260"/>
            <ac:spMk id="16" creationId="{263EDAAC-2013-3336-D069-662994FD1CC1}"/>
          </ac:spMkLst>
        </pc:spChg>
        <pc:spChg chg="del mod">
          <ac:chgData name="Neha Henin" userId="e9b7af8b853c90ff" providerId="LiveId" clId="{D5FC7B6E-1607-49E6-AA82-5EDBE73ECD29}" dt="2025-05-29T06:20:25.164" v="898" actId="478"/>
          <ac:spMkLst>
            <pc:docMk/>
            <pc:sldMk cId="0" sldId="260"/>
            <ac:spMk id="17" creationId="{8C536977-BDFA-ECB5-F071-9FA00549D484}"/>
          </ac:spMkLst>
        </pc:spChg>
        <pc:spChg chg="del">
          <ac:chgData name="Neha Henin" userId="e9b7af8b853c90ff" providerId="LiveId" clId="{D5FC7B6E-1607-49E6-AA82-5EDBE73ECD29}" dt="2025-05-29T06:20:50.017" v="908" actId="478"/>
          <ac:spMkLst>
            <pc:docMk/>
            <pc:sldMk cId="0" sldId="260"/>
            <ac:spMk id="18" creationId="{BA8FB599-B681-513E-BDC0-B987202057F5}"/>
          </ac:spMkLst>
        </pc:spChg>
        <pc:spChg chg="del">
          <ac:chgData name="Neha Henin" userId="e9b7af8b853c90ff" providerId="LiveId" clId="{D5FC7B6E-1607-49E6-AA82-5EDBE73ECD29}" dt="2025-05-29T06:20:45.161" v="906" actId="478"/>
          <ac:spMkLst>
            <pc:docMk/>
            <pc:sldMk cId="0" sldId="260"/>
            <ac:spMk id="19" creationId="{B18D0FC1-FAB6-DB22-B87F-14B4E92A3D40}"/>
          </ac:spMkLst>
        </pc:spChg>
        <pc:spChg chg="del">
          <ac:chgData name="Neha Henin" userId="e9b7af8b853c90ff" providerId="LiveId" clId="{D5FC7B6E-1607-49E6-AA82-5EDBE73ECD29}" dt="2025-05-29T06:20:42.190" v="905" actId="478"/>
          <ac:spMkLst>
            <pc:docMk/>
            <pc:sldMk cId="0" sldId="260"/>
            <ac:spMk id="20" creationId="{B855187D-1E84-EDA0-9940-1739CA81F3AF}"/>
          </ac:spMkLst>
        </pc:spChg>
        <pc:spChg chg="del">
          <ac:chgData name="Neha Henin" userId="e9b7af8b853c90ff" providerId="LiveId" clId="{D5FC7B6E-1607-49E6-AA82-5EDBE73ECD29}" dt="2025-05-29T06:20:32.410" v="901" actId="478"/>
          <ac:spMkLst>
            <pc:docMk/>
            <pc:sldMk cId="0" sldId="260"/>
            <ac:spMk id="21" creationId="{2FA78BD6-5997-86B6-4219-B2A1593FA3E8}"/>
          </ac:spMkLst>
        </pc:spChg>
        <pc:spChg chg="del">
          <ac:chgData name="Neha Henin" userId="e9b7af8b853c90ff" providerId="LiveId" clId="{D5FC7B6E-1607-49E6-AA82-5EDBE73ECD29}" dt="2025-05-29T06:20:28.313" v="899" actId="478"/>
          <ac:spMkLst>
            <pc:docMk/>
            <pc:sldMk cId="0" sldId="260"/>
            <ac:spMk id="22" creationId="{E7460446-2C95-469B-4B5E-BEA7173626AC}"/>
          </ac:spMkLst>
        </pc:spChg>
        <pc:spChg chg="add mod">
          <ac:chgData name="Neha Henin" userId="e9b7af8b853c90ff" providerId="LiveId" clId="{D5FC7B6E-1607-49E6-AA82-5EDBE73ECD29}" dt="2025-05-29T05:14:28.787" v="167" actId="20577"/>
          <ac:spMkLst>
            <pc:docMk/>
            <pc:sldMk cId="0" sldId="260"/>
            <ac:spMk id="23" creationId="{52F6AC93-5FFF-40AC-8A56-B6CC3AEECA53}"/>
          </ac:spMkLst>
        </pc:spChg>
        <pc:picChg chg="del">
          <ac:chgData name="Neha Henin" userId="e9b7af8b853c90ff" providerId="LiveId" clId="{D5FC7B6E-1607-49E6-AA82-5EDBE73ECD29}" dt="2025-05-29T06:20:15.265" v="894" actId="478"/>
          <ac:picMkLst>
            <pc:docMk/>
            <pc:sldMk cId="0" sldId="260"/>
            <ac:picMk id="10" creationId="{8CAFFB94-7278-0598-342F-E1A7BDA753A7}"/>
          </ac:picMkLst>
        </pc:picChg>
        <pc:picChg chg="del">
          <ac:chgData name="Neha Henin" userId="e9b7af8b853c90ff" providerId="LiveId" clId="{D5FC7B6E-1607-49E6-AA82-5EDBE73ECD29}" dt="2025-05-29T06:20:17.534" v="895" actId="478"/>
          <ac:picMkLst>
            <pc:docMk/>
            <pc:sldMk cId="0" sldId="260"/>
            <ac:picMk id="11" creationId="{541F9F17-9C95-306B-1FFD-BBFA901F1A28}"/>
          </ac:picMkLst>
        </pc:picChg>
        <pc:picChg chg="del">
          <ac:chgData name="Neha Henin" userId="e9b7af8b853c90ff" providerId="LiveId" clId="{D5FC7B6E-1607-49E6-AA82-5EDBE73ECD29}" dt="2025-05-29T06:20:20.227" v="896" actId="478"/>
          <ac:picMkLst>
            <pc:docMk/>
            <pc:sldMk cId="0" sldId="260"/>
            <ac:picMk id="12" creationId="{43E59457-F8F0-E9B5-7C76-6D015A81F777}"/>
          </ac:picMkLst>
        </pc:picChg>
        <pc:picChg chg="del">
          <ac:chgData name="Neha Henin" userId="e9b7af8b853c90ff" providerId="LiveId" clId="{D5FC7B6E-1607-49E6-AA82-5EDBE73ECD29}" dt="2025-05-29T06:20:22.464" v="897" actId="478"/>
          <ac:picMkLst>
            <pc:docMk/>
            <pc:sldMk cId="0" sldId="260"/>
            <ac:picMk id="13" creationId="{941B25B7-65BB-6D61-3130-9FBF842F8623}"/>
          </ac:picMkLst>
        </pc:picChg>
        <pc:picChg chg="add mod modCrop">
          <ac:chgData name="Neha Henin" userId="e9b7af8b853c90ff" providerId="LiveId" clId="{D5FC7B6E-1607-49E6-AA82-5EDBE73ECD29}" dt="2025-05-29T06:22:42.647" v="917" actId="1076"/>
          <ac:picMkLst>
            <pc:docMk/>
            <pc:sldMk cId="0" sldId="260"/>
            <ac:picMk id="25" creationId="{9302AC1D-4665-F73B-BFD5-041DE7E41C38}"/>
          </ac:picMkLst>
        </pc:picChg>
      </pc:sldChg>
      <pc:sldChg chg="addSp delSp modSp mod">
        <pc:chgData name="Neha Henin" userId="e9b7af8b853c90ff" providerId="LiveId" clId="{D5FC7B6E-1607-49E6-AA82-5EDBE73ECD29}" dt="2025-05-29T05:32:04.619" v="662" actId="1076"/>
        <pc:sldMkLst>
          <pc:docMk/>
          <pc:sldMk cId="0" sldId="261"/>
        </pc:sldMkLst>
        <pc:spChg chg="mod">
          <ac:chgData name="Neha Henin" userId="e9b7af8b853c90ff" providerId="LiveId" clId="{D5FC7B6E-1607-49E6-AA82-5EDBE73ECD29}" dt="2025-05-29T05:32:04.619" v="662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Neha Henin" userId="e9b7af8b853c90ff" providerId="LiveId" clId="{D5FC7B6E-1607-49E6-AA82-5EDBE73ECD29}" dt="2025-05-29T05:31:21.866" v="653" actId="123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Neha Henin" userId="e9b7af8b853c90ff" providerId="LiveId" clId="{D5FC7B6E-1607-49E6-AA82-5EDBE73ECD29}" dt="2025-05-29T05:08:44.392" v="85"/>
          <ac:spMkLst>
            <pc:docMk/>
            <pc:sldMk cId="0" sldId="261"/>
            <ac:spMk id="6" creationId="{5D821C66-A844-0C78-0A7A-C2D5D5B25A74}"/>
          </ac:spMkLst>
        </pc:spChg>
        <pc:spChg chg="add mod">
          <ac:chgData name="Neha Henin" userId="e9b7af8b853c90ff" providerId="LiveId" clId="{D5FC7B6E-1607-49E6-AA82-5EDBE73ECD29}" dt="2025-05-29T05:13:54.860" v="157" actId="1076"/>
          <ac:spMkLst>
            <pc:docMk/>
            <pc:sldMk cId="0" sldId="261"/>
            <ac:spMk id="8" creationId="{6CB12686-0ADA-1657-D33D-ADE1B02B09E9}"/>
          </ac:spMkLst>
        </pc:spChg>
        <pc:spChg chg="add del">
          <ac:chgData name="Neha Henin" userId="e9b7af8b853c90ff" providerId="LiveId" clId="{D5FC7B6E-1607-49E6-AA82-5EDBE73ECD29}" dt="2025-05-29T05:22:55.793" v="337" actId="22"/>
          <ac:spMkLst>
            <pc:docMk/>
            <pc:sldMk cId="0" sldId="261"/>
            <ac:spMk id="10" creationId="{06358C9D-A4D1-7CFD-A0BD-9F5750C9F611}"/>
          </ac:spMkLst>
        </pc:spChg>
      </pc:sldChg>
      <pc:sldChg chg="modSp mod">
        <pc:chgData name="Neha Henin" userId="e9b7af8b853c90ff" providerId="LiveId" clId="{D5FC7B6E-1607-49E6-AA82-5EDBE73ECD29}" dt="2025-05-29T04:46:03.199" v="72" actId="14100"/>
        <pc:sldMkLst>
          <pc:docMk/>
          <pc:sldMk cId="0" sldId="272"/>
        </pc:sldMkLst>
        <pc:spChg chg="mod">
          <ac:chgData name="Neha Henin" userId="e9b7af8b853c90ff" providerId="LiveId" clId="{D5FC7B6E-1607-49E6-AA82-5EDBE73ECD29}" dt="2025-05-29T04:46:03.199" v="72" actId="14100"/>
          <ac:spMkLst>
            <pc:docMk/>
            <pc:sldMk cId="0" sldId="272"/>
            <ac:spMk id="4" creationId="{00000000-0000-0000-0000-000000000000}"/>
          </ac:spMkLst>
        </pc:spChg>
      </pc:sldChg>
      <pc:sldChg chg="addSp modSp mod">
        <pc:chgData name="Neha Henin" userId="e9b7af8b853c90ff" providerId="LiveId" clId="{D5FC7B6E-1607-49E6-AA82-5EDBE73ECD29}" dt="2025-05-29T06:13:24.101" v="879" actId="1076"/>
        <pc:sldMkLst>
          <pc:docMk/>
          <pc:sldMk cId="3712186647" sldId="273"/>
        </pc:sldMkLst>
        <pc:spChg chg="mod">
          <ac:chgData name="Neha Henin" userId="e9b7af8b853c90ff" providerId="LiveId" clId="{D5FC7B6E-1607-49E6-AA82-5EDBE73ECD29}" dt="2025-05-29T05:32:53.696" v="671" actId="1076"/>
          <ac:spMkLst>
            <pc:docMk/>
            <pc:sldMk cId="3712186647" sldId="273"/>
            <ac:spMk id="2" creationId="{1A3DAF0E-8884-8745-71F6-6DCE2EA8365C}"/>
          </ac:spMkLst>
        </pc:spChg>
        <pc:spChg chg="add mod">
          <ac:chgData name="Neha Henin" userId="e9b7af8b853c90ff" providerId="LiveId" clId="{D5FC7B6E-1607-49E6-AA82-5EDBE73ECD29}" dt="2025-05-29T05:08:46.381" v="86"/>
          <ac:spMkLst>
            <pc:docMk/>
            <pc:sldMk cId="3712186647" sldId="273"/>
            <ac:spMk id="3" creationId="{3A52D2DE-3D9D-0D92-FD45-149785B10C7A}"/>
          </ac:spMkLst>
        </pc:spChg>
        <pc:spChg chg="mod">
          <ac:chgData name="Neha Henin" userId="e9b7af8b853c90ff" providerId="LiveId" clId="{D5FC7B6E-1607-49E6-AA82-5EDBE73ECD29}" dt="2025-05-29T06:13:24.101" v="879" actId="1076"/>
          <ac:spMkLst>
            <pc:docMk/>
            <pc:sldMk cId="3712186647" sldId="273"/>
            <ac:spMk id="6" creationId="{A35F38A0-DD2A-E095-645B-0E3EF53F6BA7}"/>
          </ac:spMkLst>
        </pc:spChg>
        <pc:spChg chg="add mod">
          <ac:chgData name="Neha Henin" userId="e9b7af8b853c90ff" providerId="LiveId" clId="{D5FC7B6E-1607-49E6-AA82-5EDBE73ECD29}" dt="2025-05-29T05:14:13.603" v="162" actId="1076"/>
          <ac:spMkLst>
            <pc:docMk/>
            <pc:sldMk cId="3712186647" sldId="273"/>
            <ac:spMk id="8" creationId="{66BB7D91-EFAD-89C8-C9DD-E725473B05F3}"/>
          </ac:spMkLst>
        </pc:spChg>
        <pc:spChg chg="add">
          <ac:chgData name="Neha Henin" userId="e9b7af8b853c90ff" providerId="LiveId" clId="{D5FC7B6E-1607-49E6-AA82-5EDBE73ECD29}" dt="2025-05-29T05:39:54.291" v="831"/>
          <ac:spMkLst>
            <pc:docMk/>
            <pc:sldMk cId="3712186647" sldId="273"/>
            <ac:spMk id="9" creationId="{9D3AD3ED-60D6-1002-0F39-CDC5BB52FC12}"/>
          </ac:spMkLst>
        </pc:spChg>
        <pc:spChg chg="add mod">
          <ac:chgData name="Neha Henin" userId="e9b7af8b853c90ff" providerId="LiveId" clId="{D5FC7B6E-1607-49E6-AA82-5EDBE73ECD29}" dt="2025-05-29T05:40:15.057" v="836" actId="20577"/>
          <ac:spMkLst>
            <pc:docMk/>
            <pc:sldMk cId="3712186647" sldId="273"/>
            <ac:spMk id="10" creationId="{60E0DA63-4583-AA18-E60C-728EC52F260B}"/>
          </ac:spMkLst>
        </pc:spChg>
        <pc:spChg chg="add">
          <ac:chgData name="Neha Henin" userId="e9b7af8b853c90ff" providerId="LiveId" clId="{D5FC7B6E-1607-49E6-AA82-5EDBE73ECD29}" dt="2025-05-29T06:08:20.694" v="865"/>
          <ac:spMkLst>
            <pc:docMk/>
            <pc:sldMk cId="3712186647" sldId="273"/>
            <ac:spMk id="11" creationId="{68083CEE-4F1F-4C6E-C134-2D450717FE7A}"/>
          </ac:spMkLst>
        </pc:spChg>
      </pc:sldChg>
      <pc:sldChg chg="addSp modSp mod">
        <pc:chgData name="Neha Henin" userId="e9b7af8b853c90ff" providerId="LiveId" clId="{D5FC7B6E-1607-49E6-AA82-5EDBE73ECD29}" dt="2025-05-29T05:15:02.860" v="178" actId="1076"/>
        <pc:sldMkLst>
          <pc:docMk/>
          <pc:sldMk cId="2298773790" sldId="274"/>
        </pc:sldMkLst>
        <pc:spChg chg="add mod">
          <ac:chgData name="Neha Henin" userId="e9b7af8b853c90ff" providerId="LiveId" clId="{D5FC7B6E-1607-49E6-AA82-5EDBE73ECD29}" dt="2025-05-29T05:09:00.608" v="89"/>
          <ac:spMkLst>
            <pc:docMk/>
            <pc:sldMk cId="2298773790" sldId="274"/>
            <ac:spMk id="3" creationId="{9066C962-3494-6A2F-5EA8-66BC3D3AC9D3}"/>
          </ac:spMkLst>
        </pc:spChg>
        <pc:spChg chg="mod">
          <ac:chgData name="Neha Henin" userId="e9b7af8b853c90ff" providerId="LiveId" clId="{D5FC7B6E-1607-49E6-AA82-5EDBE73ECD29}" dt="2025-05-29T04:44:19.216" v="61" actId="2711"/>
          <ac:spMkLst>
            <pc:docMk/>
            <pc:sldMk cId="2298773790" sldId="274"/>
            <ac:spMk id="6" creationId="{9E62CB0B-8745-ADBE-0F65-B05D2CBE12A7}"/>
          </ac:spMkLst>
        </pc:spChg>
        <pc:spChg chg="add mod">
          <ac:chgData name="Neha Henin" userId="e9b7af8b853c90ff" providerId="LiveId" clId="{D5FC7B6E-1607-49E6-AA82-5EDBE73ECD29}" dt="2025-05-29T05:15:02.860" v="178" actId="1076"/>
          <ac:spMkLst>
            <pc:docMk/>
            <pc:sldMk cId="2298773790" sldId="274"/>
            <ac:spMk id="8" creationId="{1541D48E-07C5-B41B-C47E-5476FBA29B40}"/>
          </ac:spMkLst>
        </pc:spChg>
      </pc:sldChg>
      <pc:sldChg chg="addSp modSp mod">
        <pc:chgData name="Neha Henin" userId="e9b7af8b853c90ff" providerId="LiveId" clId="{D5FC7B6E-1607-49E6-AA82-5EDBE73ECD29}" dt="2025-05-29T05:36:52.960" v="798" actId="20577"/>
        <pc:sldMkLst>
          <pc:docMk/>
          <pc:sldMk cId="839519410" sldId="275"/>
        </pc:sldMkLst>
        <pc:spChg chg="mod">
          <ac:chgData name="Neha Henin" userId="e9b7af8b853c90ff" providerId="LiveId" clId="{D5FC7B6E-1607-49E6-AA82-5EDBE73ECD29}" dt="2025-05-29T05:36:52.960" v="798" actId="20577"/>
          <ac:spMkLst>
            <pc:docMk/>
            <pc:sldMk cId="839519410" sldId="275"/>
            <ac:spMk id="2" creationId="{1C505ADD-8E57-9B3A-CB65-08F3CC752353}"/>
          </ac:spMkLst>
        </pc:spChg>
        <pc:spChg chg="add mod">
          <ac:chgData name="Neha Henin" userId="e9b7af8b853c90ff" providerId="LiveId" clId="{D5FC7B6E-1607-49E6-AA82-5EDBE73ECD29}" dt="2025-05-29T05:09:03.915" v="90"/>
          <ac:spMkLst>
            <pc:docMk/>
            <pc:sldMk cId="839519410" sldId="275"/>
            <ac:spMk id="3" creationId="{C9699DB7-4217-67A9-1E4A-B5604C59C307}"/>
          </ac:spMkLst>
        </pc:spChg>
        <pc:spChg chg="mod">
          <ac:chgData name="Neha Henin" userId="e9b7af8b853c90ff" providerId="LiveId" clId="{D5FC7B6E-1607-49E6-AA82-5EDBE73ECD29}" dt="2025-05-29T04:44:29.913" v="62" actId="2711"/>
          <ac:spMkLst>
            <pc:docMk/>
            <pc:sldMk cId="839519410" sldId="275"/>
            <ac:spMk id="6" creationId="{91DCDEF8-D4D7-E7A1-D624-2B3F20E9B3BF}"/>
          </ac:spMkLst>
        </pc:spChg>
        <pc:spChg chg="add mod">
          <ac:chgData name="Neha Henin" userId="e9b7af8b853c90ff" providerId="LiveId" clId="{D5FC7B6E-1607-49E6-AA82-5EDBE73ECD29}" dt="2025-05-29T05:15:21.934" v="183" actId="1076"/>
          <ac:spMkLst>
            <pc:docMk/>
            <pc:sldMk cId="839519410" sldId="275"/>
            <ac:spMk id="8" creationId="{650A52E1-E5D7-2242-0570-652C47255ADE}"/>
          </ac:spMkLst>
        </pc:spChg>
      </pc:sldChg>
      <pc:sldChg chg="addSp modSp mod">
        <pc:chgData name="Neha Henin" userId="e9b7af8b853c90ff" providerId="LiveId" clId="{D5FC7B6E-1607-49E6-AA82-5EDBE73ECD29}" dt="2025-05-29T06:25:23.994" v="930" actId="1076"/>
        <pc:sldMkLst>
          <pc:docMk/>
          <pc:sldMk cId="3996514760" sldId="276"/>
        </pc:sldMkLst>
        <pc:spChg chg="mod">
          <ac:chgData name="Neha Henin" userId="e9b7af8b853c90ff" providerId="LiveId" clId="{D5FC7B6E-1607-49E6-AA82-5EDBE73ECD29}" dt="2025-05-29T06:25:23.994" v="930" actId="1076"/>
          <ac:spMkLst>
            <pc:docMk/>
            <pc:sldMk cId="3996514760" sldId="276"/>
            <ac:spMk id="6" creationId="{2027525D-B596-1A55-65C6-440690F877FB}"/>
          </ac:spMkLst>
        </pc:spChg>
        <pc:spChg chg="add mod">
          <ac:chgData name="Neha Henin" userId="e9b7af8b853c90ff" providerId="LiveId" clId="{D5FC7B6E-1607-49E6-AA82-5EDBE73ECD29}" dt="2025-05-29T05:11:32.476" v="114" actId="1076"/>
          <ac:spMkLst>
            <pc:docMk/>
            <pc:sldMk cId="3996514760" sldId="276"/>
            <ac:spMk id="7" creationId="{2392F290-BAB7-5E33-3A3D-ABAB5E5E0D27}"/>
          </ac:spMkLst>
        </pc:spChg>
        <pc:spChg chg="add mod">
          <ac:chgData name="Neha Henin" userId="e9b7af8b853c90ff" providerId="LiveId" clId="{D5FC7B6E-1607-49E6-AA82-5EDBE73ECD29}" dt="2025-05-29T05:38:31.648" v="827" actId="20577"/>
          <ac:spMkLst>
            <pc:docMk/>
            <pc:sldMk cId="3996514760" sldId="276"/>
            <ac:spMk id="9" creationId="{657DE233-F3E9-2F2C-59A5-E691C2645661}"/>
          </ac:spMkLst>
        </pc:spChg>
      </pc:sldChg>
      <pc:sldChg chg="addSp modSp del mod">
        <pc:chgData name="Neha Henin" userId="e9b7af8b853c90ff" providerId="LiveId" clId="{D5FC7B6E-1607-49E6-AA82-5EDBE73ECD29}" dt="2025-05-29T05:37:37.405" v="814" actId="2696"/>
        <pc:sldMkLst>
          <pc:docMk/>
          <pc:sldMk cId="2138369060" sldId="277"/>
        </pc:sldMkLst>
        <pc:spChg chg="mod">
          <ac:chgData name="Neha Henin" userId="e9b7af8b853c90ff" providerId="LiveId" clId="{D5FC7B6E-1607-49E6-AA82-5EDBE73ECD29}" dt="2025-05-29T05:15:45.683" v="191" actId="1036"/>
          <ac:spMkLst>
            <pc:docMk/>
            <pc:sldMk cId="2138369060" sldId="277"/>
            <ac:spMk id="2" creationId="{36541A95-48CF-45AE-CD14-38D08B9A5927}"/>
          </ac:spMkLst>
        </pc:spChg>
        <pc:spChg chg="mod">
          <ac:chgData name="Neha Henin" userId="e9b7af8b853c90ff" providerId="LiveId" clId="{D5FC7B6E-1607-49E6-AA82-5EDBE73ECD29}" dt="2025-05-29T04:44:44.375" v="63" actId="2711"/>
          <ac:spMkLst>
            <pc:docMk/>
            <pc:sldMk cId="2138369060" sldId="277"/>
            <ac:spMk id="7" creationId="{CFB256C7-F2E9-EB1C-D64F-B66525368742}"/>
          </ac:spMkLst>
        </pc:spChg>
        <pc:spChg chg="add mod">
          <ac:chgData name="Neha Henin" userId="e9b7af8b853c90ff" providerId="LiveId" clId="{D5FC7B6E-1607-49E6-AA82-5EDBE73ECD29}" dt="2025-05-29T05:15:42.590" v="190" actId="1076"/>
          <ac:spMkLst>
            <pc:docMk/>
            <pc:sldMk cId="2138369060" sldId="277"/>
            <ac:spMk id="8" creationId="{38293D5C-CCA4-C682-0864-731D568B6A86}"/>
          </ac:spMkLst>
        </pc:spChg>
      </pc:sldChg>
      <pc:sldChg chg="addSp modSp del mod ord">
        <pc:chgData name="Neha Henin" userId="e9b7af8b853c90ff" providerId="LiveId" clId="{D5FC7B6E-1607-49E6-AA82-5EDBE73ECD29}" dt="2025-05-29T05:37:41.663" v="815" actId="2696"/>
        <pc:sldMkLst>
          <pc:docMk/>
          <pc:sldMk cId="1356708981" sldId="279"/>
        </pc:sldMkLst>
        <pc:spChg chg="add mod">
          <ac:chgData name="Neha Henin" userId="e9b7af8b853c90ff" providerId="LiveId" clId="{D5FC7B6E-1607-49E6-AA82-5EDBE73ECD29}" dt="2025-05-29T05:09:06.176" v="91"/>
          <ac:spMkLst>
            <pc:docMk/>
            <pc:sldMk cId="1356708981" sldId="279"/>
            <ac:spMk id="3" creationId="{217EA181-2A4E-AD2D-6C31-684ECCC5BA4C}"/>
          </ac:spMkLst>
        </pc:spChg>
        <pc:spChg chg="mod">
          <ac:chgData name="Neha Henin" userId="e9b7af8b853c90ff" providerId="LiveId" clId="{D5FC7B6E-1607-49E6-AA82-5EDBE73ECD29}" dt="2025-05-29T04:44:56.233" v="64" actId="2711"/>
          <ac:spMkLst>
            <pc:docMk/>
            <pc:sldMk cId="1356708981" sldId="279"/>
            <ac:spMk id="7" creationId="{933F0067-0A8D-DAEB-D156-56956E799122}"/>
          </ac:spMkLst>
        </pc:spChg>
        <pc:spChg chg="add mod">
          <ac:chgData name="Neha Henin" userId="e9b7af8b853c90ff" providerId="LiveId" clId="{D5FC7B6E-1607-49E6-AA82-5EDBE73ECD29}" dt="2025-05-29T05:16:09.153" v="195" actId="1076"/>
          <ac:spMkLst>
            <pc:docMk/>
            <pc:sldMk cId="1356708981" sldId="279"/>
            <ac:spMk id="9" creationId="{9CCE2E47-7830-27A4-8776-4A32627BE052}"/>
          </ac:spMkLst>
        </pc:spChg>
      </pc:sldChg>
      <pc:sldChg chg="addSp modSp mod ord">
        <pc:chgData name="Neha Henin" userId="e9b7af8b853c90ff" providerId="LiveId" clId="{D5FC7B6E-1607-49E6-AA82-5EDBE73ECD29}" dt="2025-05-29T05:38:01.389" v="817" actId="20577"/>
        <pc:sldMkLst>
          <pc:docMk/>
          <pc:sldMk cId="1892987540" sldId="280"/>
        </pc:sldMkLst>
        <pc:spChg chg="mod">
          <ac:chgData name="Neha Henin" userId="e9b7af8b853c90ff" providerId="LiveId" clId="{D5FC7B6E-1607-49E6-AA82-5EDBE73ECD29}" dt="2025-05-29T05:35:27.946" v="747" actId="20577"/>
          <ac:spMkLst>
            <pc:docMk/>
            <pc:sldMk cId="1892987540" sldId="280"/>
            <ac:spMk id="2" creationId="{C25C2895-4C89-3F77-8699-B2EDBCE69919}"/>
          </ac:spMkLst>
        </pc:spChg>
        <pc:spChg chg="add mod">
          <ac:chgData name="Neha Henin" userId="e9b7af8b853c90ff" providerId="LiveId" clId="{D5FC7B6E-1607-49E6-AA82-5EDBE73ECD29}" dt="2025-05-29T05:09:08.546" v="92"/>
          <ac:spMkLst>
            <pc:docMk/>
            <pc:sldMk cId="1892987540" sldId="280"/>
            <ac:spMk id="3" creationId="{C25CCE9E-98B0-BD65-A5E7-3A4E933DCC3E}"/>
          </ac:spMkLst>
        </pc:spChg>
        <pc:spChg chg="add mod">
          <ac:chgData name="Neha Henin" userId="e9b7af8b853c90ff" providerId="LiveId" clId="{D5FC7B6E-1607-49E6-AA82-5EDBE73ECD29}" dt="2025-05-29T05:38:01.389" v="817" actId="20577"/>
          <ac:spMkLst>
            <pc:docMk/>
            <pc:sldMk cId="1892987540" sldId="280"/>
            <ac:spMk id="9" creationId="{1358FCB5-6BC3-AE44-436C-4A70DF39A36F}"/>
          </ac:spMkLst>
        </pc:spChg>
        <pc:spChg chg="mod">
          <ac:chgData name="Neha Henin" userId="e9b7af8b853c90ff" providerId="LiveId" clId="{D5FC7B6E-1607-49E6-AA82-5EDBE73ECD29}" dt="2025-05-29T05:18:01.243" v="232" actId="20577"/>
          <ac:spMkLst>
            <pc:docMk/>
            <pc:sldMk cId="1892987540" sldId="280"/>
            <ac:spMk id="11" creationId="{8BA30E11-1EE8-480A-9874-D3B30668AD79}"/>
          </ac:spMkLst>
        </pc:spChg>
      </pc:sldChg>
      <pc:sldChg chg="addSp modSp mod">
        <pc:chgData name="Neha Henin" userId="e9b7af8b853c90ff" providerId="LiveId" clId="{D5FC7B6E-1607-49E6-AA82-5EDBE73ECD29}" dt="2025-05-29T06:18:29.171" v="892" actId="1440"/>
        <pc:sldMkLst>
          <pc:docMk/>
          <pc:sldMk cId="2020262584" sldId="282"/>
        </pc:sldMkLst>
        <pc:spChg chg="add mod">
          <ac:chgData name="Neha Henin" userId="e9b7af8b853c90ff" providerId="LiveId" clId="{D5FC7B6E-1607-49E6-AA82-5EDBE73ECD29}" dt="2025-05-29T05:08:53.433" v="88"/>
          <ac:spMkLst>
            <pc:docMk/>
            <pc:sldMk cId="2020262584" sldId="282"/>
            <ac:spMk id="7" creationId="{C99F46CF-721F-46DF-1078-7690DC50555C}"/>
          </ac:spMkLst>
        </pc:spChg>
        <pc:spChg chg="add mod">
          <ac:chgData name="Neha Henin" userId="e9b7af8b853c90ff" providerId="LiveId" clId="{D5FC7B6E-1607-49E6-AA82-5EDBE73ECD29}" dt="2025-05-29T05:14:47.341" v="172" actId="1076"/>
          <ac:spMkLst>
            <pc:docMk/>
            <pc:sldMk cId="2020262584" sldId="282"/>
            <ac:spMk id="23" creationId="{A5C7E6DD-EB9D-71BF-7271-1C49EA0ED418}"/>
          </ac:spMkLst>
        </pc:spChg>
        <pc:picChg chg="mod">
          <ac:chgData name="Neha Henin" userId="e9b7af8b853c90ff" providerId="LiveId" clId="{D5FC7B6E-1607-49E6-AA82-5EDBE73ECD29}" dt="2025-05-29T06:18:29.171" v="892" actId="1440"/>
          <ac:picMkLst>
            <pc:docMk/>
            <pc:sldMk cId="2020262584" sldId="282"/>
            <ac:picMk id="12" creationId="{ED5CF422-5F2F-9B41-1340-3744BA9A9578}"/>
          </ac:picMkLst>
        </pc:picChg>
      </pc:sldChg>
      <pc:sldChg chg="addSp modSp mod">
        <pc:chgData name="Neha Henin" userId="e9b7af8b853c90ff" providerId="LiveId" clId="{D5FC7B6E-1607-49E6-AA82-5EDBE73ECD29}" dt="2025-05-29T05:38:09.042" v="821" actId="20577"/>
        <pc:sldMkLst>
          <pc:docMk/>
          <pc:sldMk cId="1672542789" sldId="283"/>
        </pc:sldMkLst>
        <pc:spChg chg="mod">
          <ac:chgData name="Neha Henin" userId="e9b7af8b853c90ff" providerId="LiveId" clId="{D5FC7B6E-1607-49E6-AA82-5EDBE73ECD29}" dt="2025-05-29T05:35:10.365" v="725" actId="20577"/>
          <ac:spMkLst>
            <pc:docMk/>
            <pc:sldMk cId="1672542789" sldId="283"/>
            <ac:spMk id="2" creationId="{CDE7AAD2-D877-03A3-C7AD-D980737C2C7F}"/>
          </ac:spMkLst>
        </pc:spChg>
        <pc:spChg chg="add mod">
          <ac:chgData name="Neha Henin" userId="e9b7af8b853c90ff" providerId="LiveId" clId="{D5FC7B6E-1607-49E6-AA82-5EDBE73ECD29}" dt="2025-05-29T05:11:12.841" v="108" actId="1076"/>
          <ac:spMkLst>
            <pc:docMk/>
            <pc:sldMk cId="1672542789" sldId="283"/>
            <ac:spMk id="7" creationId="{C05A1525-845D-0E1B-55CD-0640D71FE414}"/>
          </ac:spMkLst>
        </pc:spChg>
        <pc:spChg chg="add mod">
          <ac:chgData name="Neha Henin" userId="e9b7af8b853c90ff" providerId="LiveId" clId="{D5FC7B6E-1607-49E6-AA82-5EDBE73ECD29}" dt="2025-05-29T05:38:09.042" v="821" actId="20577"/>
          <ac:spMkLst>
            <pc:docMk/>
            <pc:sldMk cId="1672542789" sldId="283"/>
            <ac:spMk id="9" creationId="{E7A7CEEB-3AAF-B0F7-506D-AD3242F4F2B1}"/>
          </ac:spMkLst>
        </pc:spChg>
        <pc:spChg chg="mod">
          <ac:chgData name="Neha Henin" userId="e9b7af8b853c90ff" providerId="LiveId" clId="{D5FC7B6E-1607-49E6-AA82-5EDBE73ECD29}" dt="2025-05-29T05:18:11.511" v="242" actId="20577"/>
          <ac:spMkLst>
            <pc:docMk/>
            <pc:sldMk cId="1672542789" sldId="283"/>
            <ac:spMk id="11" creationId="{C592AF94-29C1-4CB7-877F-665FBC858E59}"/>
          </ac:spMkLst>
        </pc:spChg>
      </pc:sldChg>
      <pc:sldChg chg="addSp modSp mod">
        <pc:chgData name="Neha Henin" userId="e9b7af8b853c90ff" providerId="LiveId" clId="{D5FC7B6E-1607-49E6-AA82-5EDBE73ECD29}" dt="2025-05-29T05:38:18.268" v="823" actId="20577"/>
        <pc:sldMkLst>
          <pc:docMk/>
          <pc:sldMk cId="746303701" sldId="284"/>
        </pc:sldMkLst>
        <pc:spChg chg="mod">
          <ac:chgData name="Neha Henin" userId="e9b7af8b853c90ff" providerId="LiveId" clId="{D5FC7B6E-1607-49E6-AA82-5EDBE73ECD29}" dt="2025-05-29T05:34:59.459" v="707" actId="20577"/>
          <ac:spMkLst>
            <pc:docMk/>
            <pc:sldMk cId="746303701" sldId="284"/>
            <ac:spMk id="2" creationId="{CDE7AAD2-D877-03A3-C7AD-D980737C2C7F}"/>
          </ac:spMkLst>
        </pc:spChg>
        <pc:spChg chg="mod">
          <ac:chgData name="Neha Henin" userId="e9b7af8b853c90ff" providerId="LiveId" clId="{D5FC7B6E-1607-49E6-AA82-5EDBE73ECD29}" dt="2025-05-29T05:18:26.262" v="262" actId="20577"/>
          <ac:spMkLst>
            <pc:docMk/>
            <pc:sldMk cId="746303701" sldId="284"/>
            <ac:spMk id="8" creationId="{3C03B45D-B0C8-4708-8ECE-5AE24129B27E}"/>
          </ac:spMkLst>
        </pc:spChg>
        <pc:spChg chg="mod">
          <ac:chgData name="Neha Henin" userId="e9b7af8b853c90ff" providerId="LiveId" clId="{D5FC7B6E-1607-49E6-AA82-5EDBE73ECD29}" dt="2025-05-29T05:18:33.203" v="274" actId="20577"/>
          <ac:spMkLst>
            <pc:docMk/>
            <pc:sldMk cId="746303701" sldId="284"/>
            <ac:spMk id="9" creationId="{C25B38B7-28A4-4891-BF03-CEB7FF94350B}"/>
          </ac:spMkLst>
        </pc:spChg>
        <pc:spChg chg="add mod">
          <ac:chgData name="Neha Henin" userId="e9b7af8b853c90ff" providerId="LiveId" clId="{D5FC7B6E-1607-49E6-AA82-5EDBE73ECD29}" dt="2025-05-29T05:11:19.680" v="110" actId="1076"/>
          <ac:spMkLst>
            <pc:docMk/>
            <pc:sldMk cId="746303701" sldId="284"/>
            <ac:spMk id="11" creationId="{C890A285-FC08-358D-8929-9DB325544008}"/>
          </ac:spMkLst>
        </pc:spChg>
        <pc:spChg chg="add mod">
          <ac:chgData name="Neha Henin" userId="e9b7af8b853c90ff" providerId="LiveId" clId="{D5FC7B6E-1607-49E6-AA82-5EDBE73ECD29}" dt="2025-05-29T05:38:18.268" v="823" actId="20577"/>
          <ac:spMkLst>
            <pc:docMk/>
            <pc:sldMk cId="746303701" sldId="284"/>
            <ac:spMk id="13" creationId="{7CDCC658-390D-774B-8A70-6ACDA55A15E4}"/>
          </ac:spMkLst>
        </pc:spChg>
        <pc:picChg chg="mod">
          <ac:chgData name="Neha Henin" userId="e9b7af8b853c90ff" providerId="LiveId" clId="{D5FC7B6E-1607-49E6-AA82-5EDBE73ECD29}" dt="2025-05-29T05:09:15.964" v="93" actId="1076"/>
          <ac:picMkLst>
            <pc:docMk/>
            <pc:sldMk cId="746303701" sldId="284"/>
            <ac:picMk id="7" creationId="{DB926F78-412F-4302-8955-4EFD947C45D6}"/>
          </ac:picMkLst>
        </pc:picChg>
      </pc:sldChg>
      <pc:sldChg chg="addSp modSp add del mod">
        <pc:chgData name="Neha Henin" userId="e9b7af8b853c90ff" providerId="LiveId" clId="{D5FC7B6E-1607-49E6-AA82-5EDBE73ECD29}" dt="2025-05-29T05:38:23.818" v="825" actId="20577"/>
        <pc:sldMkLst>
          <pc:docMk/>
          <pc:sldMk cId="3257108108" sldId="285"/>
        </pc:sldMkLst>
        <pc:spChg chg="mod">
          <ac:chgData name="Neha Henin" userId="e9b7af8b853c90ff" providerId="LiveId" clId="{D5FC7B6E-1607-49E6-AA82-5EDBE73ECD29}" dt="2025-05-29T05:34:46.609" v="689" actId="20577"/>
          <ac:spMkLst>
            <pc:docMk/>
            <pc:sldMk cId="3257108108" sldId="285"/>
            <ac:spMk id="2" creationId="{CDE7AAD2-D877-03A3-C7AD-D980737C2C7F}"/>
          </ac:spMkLst>
        </pc:spChg>
        <pc:spChg chg="add mod">
          <ac:chgData name="Neha Henin" userId="e9b7af8b853c90ff" providerId="LiveId" clId="{D5FC7B6E-1607-49E6-AA82-5EDBE73ECD29}" dt="2025-05-29T05:11:25.147" v="112" actId="1076"/>
          <ac:spMkLst>
            <pc:docMk/>
            <pc:sldMk cId="3257108108" sldId="285"/>
            <ac:spMk id="7" creationId="{31429AD8-67E1-5B1F-1C08-8F314E803BC7}"/>
          </ac:spMkLst>
        </pc:spChg>
        <pc:spChg chg="mod">
          <ac:chgData name="Neha Henin" userId="e9b7af8b853c90ff" providerId="LiveId" clId="{D5FC7B6E-1607-49E6-AA82-5EDBE73ECD29}" dt="2025-05-29T05:18:41.847" v="284" actId="20577"/>
          <ac:spMkLst>
            <pc:docMk/>
            <pc:sldMk cId="3257108108" sldId="285"/>
            <ac:spMk id="9" creationId="{E0A4CF59-6398-47A6-889D-743E6F58332C}"/>
          </ac:spMkLst>
        </pc:spChg>
        <pc:spChg chg="add mod">
          <ac:chgData name="Neha Henin" userId="e9b7af8b853c90ff" providerId="LiveId" clId="{D5FC7B6E-1607-49E6-AA82-5EDBE73ECD29}" dt="2025-05-29T05:38:23.818" v="825" actId="20577"/>
          <ac:spMkLst>
            <pc:docMk/>
            <pc:sldMk cId="3257108108" sldId="285"/>
            <ac:spMk id="11" creationId="{0B41047A-4428-1A24-6E07-7BC172ACD26F}"/>
          </ac:spMkLst>
        </pc:spChg>
      </pc:sldChg>
      <pc:sldChg chg="modSp add mod">
        <pc:chgData name="Neha Henin" userId="e9b7af8b853c90ff" providerId="LiveId" clId="{D5FC7B6E-1607-49E6-AA82-5EDBE73ECD29}" dt="2025-05-29T06:32:25.536" v="1189" actId="1076"/>
        <pc:sldMkLst>
          <pc:docMk/>
          <pc:sldMk cId="1221650613" sldId="286"/>
        </pc:sldMkLst>
        <pc:spChg chg="mod">
          <ac:chgData name="Neha Henin" userId="e9b7af8b853c90ff" providerId="LiveId" clId="{D5FC7B6E-1607-49E6-AA82-5EDBE73ECD29}" dt="2025-05-29T05:32:20.595" v="665" actId="14100"/>
          <ac:spMkLst>
            <pc:docMk/>
            <pc:sldMk cId="1221650613" sldId="286"/>
            <ac:spMk id="2" creationId="{5E9E0832-BB4C-E12C-0484-286EF6870A59}"/>
          </ac:spMkLst>
        </pc:spChg>
        <pc:spChg chg="mod">
          <ac:chgData name="Neha Henin" userId="e9b7af8b853c90ff" providerId="LiveId" clId="{D5FC7B6E-1607-49E6-AA82-5EDBE73ECD29}" dt="2025-05-29T06:32:25.536" v="1189" actId="1076"/>
          <ac:spMkLst>
            <pc:docMk/>
            <pc:sldMk cId="1221650613" sldId="286"/>
            <ac:spMk id="3" creationId="{90F7AA76-42C1-951F-CB80-3DA421BB37A0}"/>
          </ac:spMkLst>
        </pc:spChg>
      </pc:sldChg>
      <pc:sldChg chg="add del">
        <pc:chgData name="Neha Henin" userId="e9b7af8b853c90ff" providerId="LiveId" clId="{D5FC7B6E-1607-49E6-AA82-5EDBE73ECD29}" dt="2025-05-29T05:09:24.893" v="95" actId="2696"/>
        <pc:sldMkLst>
          <pc:docMk/>
          <pc:sldMk cId="2089686840" sldId="286"/>
        </pc:sldMkLst>
      </pc:sldChg>
      <pc:sldChg chg="add del">
        <pc:chgData name="Neha Henin" userId="e9b7af8b853c90ff" providerId="LiveId" clId="{D5FC7B6E-1607-49E6-AA82-5EDBE73ECD29}" dt="2025-05-29T05:10:29.328" v="105" actId="2696"/>
        <pc:sldMkLst>
          <pc:docMk/>
          <pc:sldMk cId="3714617159" sldId="286"/>
        </pc:sldMkLst>
      </pc:sldChg>
      <pc:sldChg chg="add del">
        <pc:chgData name="Neha Henin" userId="e9b7af8b853c90ff" providerId="LiveId" clId="{D5FC7B6E-1607-49E6-AA82-5EDBE73ECD29}" dt="2025-05-29T05:09:57.281" v="99" actId="2696"/>
        <pc:sldMkLst>
          <pc:docMk/>
          <pc:sldMk cId="4243927813" sldId="286"/>
        </pc:sldMkLst>
      </pc:sldChg>
      <pc:sldChg chg="modSp add mod">
        <pc:chgData name="Neha Henin" userId="e9b7af8b853c90ff" providerId="LiveId" clId="{D5FC7B6E-1607-49E6-AA82-5EDBE73ECD29}" dt="2025-05-29T06:13:37.310" v="881" actId="1076"/>
        <pc:sldMkLst>
          <pc:docMk/>
          <pc:sldMk cId="3535488270" sldId="287"/>
        </pc:sldMkLst>
        <pc:spChg chg="mod">
          <ac:chgData name="Neha Henin" userId="e9b7af8b853c90ff" providerId="LiveId" clId="{D5FC7B6E-1607-49E6-AA82-5EDBE73ECD29}" dt="2025-05-29T06:13:37.310" v="881" actId="1076"/>
          <ac:spMkLst>
            <pc:docMk/>
            <pc:sldMk cId="3535488270" sldId="287"/>
            <ac:spMk id="6" creationId="{0259BEBF-D2B6-EB88-DC35-54ED9D88F7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BD6F8-E2D6-4226-8790-B2BA4338257A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7A721-8FF9-4012-89EF-1BCE33B1F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32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7A721-8FF9-4012-89EF-1BCE33B1F6F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160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1422" y="5357826"/>
            <a:ext cx="4300534" cy="847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50000"/>
              </a:lnSpc>
              <a:spcBef>
                <a:spcPts val="95"/>
              </a:spcBef>
            </a:pPr>
            <a:r>
              <a:rPr sz="1900" b="1" dirty="0">
                <a:solidFill>
                  <a:srgbClr val="00AFEF"/>
                </a:solidFill>
                <a:latin typeface="Arial"/>
                <a:cs typeface="Arial"/>
              </a:rPr>
              <a:t>PRESENTED</a:t>
            </a:r>
            <a:r>
              <a:rPr sz="1900" b="1" spc="-8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Arial"/>
                <a:cs typeface="Arial"/>
              </a:rPr>
              <a:t>BY</a:t>
            </a:r>
            <a:endParaRPr lang="en-US" sz="1900" b="1" spc="-25" dirty="0">
              <a:solidFill>
                <a:srgbClr val="00AFEF"/>
              </a:solidFill>
              <a:latin typeface="Arial"/>
              <a:cs typeface="Arial"/>
            </a:endParaRPr>
          </a:p>
          <a:p>
            <a:pPr marL="635" algn="ctr">
              <a:lnSpc>
                <a:spcPct val="150000"/>
              </a:lnSpc>
              <a:spcBef>
                <a:spcPts val="95"/>
              </a:spcBef>
            </a:pPr>
            <a:r>
              <a:rPr lang="en-US" sz="1900" b="1" spc="-25" dirty="0">
                <a:solidFill>
                  <a:srgbClr val="00AFEF"/>
                </a:solidFill>
                <a:latin typeface="Arial"/>
                <a:cs typeface="Arial"/>
              </a:rPr>
              <a:t>NEHA HENIN  J –2303811714822025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352" y="259079"/>
            <a:ext cx="1057189" cy="10481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09786" y="500042"/>
            <a:ext cx="8001056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06320" marR="5080" indent="-1417955">
              <a:lnSpc>
                <a:spcPct val="100000"/>
              </a:lnSpc>
              <a:spcBef>
                <a:spcPts val="90"/>
              </a:spcBef>
            </a:pPr>
            <a:r>
              <a:rPr sz="2000" dirty="0"/>
              <a:t>K.RAMAKRISHNAN</a:t>
            </a:r>
            <a:r>
              <a:rPr sz="2000" spc="-10" dirty="0"/>
              <a:t> </a:t>
            </a:r>
            <a:r>
              <a:rPr sz="2000" dirty="0"/>
              <a:t>COLLEGE</a:t>
            </a:r>
            <a:r>
              <a:rPr sz="2000" spc="-90" dirty="0"/>
              <a:t> </a:t>
            </a:r>
            <a:r>
              <a:rPr sz="2000" dirty="0"/>
              <a:t>OF</a:t>
            </a:r>
            <a:r>
              <a:rPr sz="2000" spc="-100" dirty="0"/>
              <a:t> </a:t>
            </a:r>
            <a:r>
              <a:rPr sz="2000" spc="-10" dirty="0"/>
              <a:t>TECHNOLOGY (AUTONOMOUS),</a:t>
            </a:r>
            <a:r>
              <a:rPr sz="2000" spc="-35" dirty="0"/>
              <a:t> </a:t>
            </a:r>
            <a:r>
              <a:rPr sz="2000" spc="-10" dirty="0"/>
              <a:t>TRICHY</a:t>
            </a:r>
            <a:endParaRPr sz="2000"/>
          </a:p>
        </p:txBody>
      </p:sp>
      <p:sp>
        <p:nvSpPr>
          <p:cNvPr id="5" name="object 5"/>
          <p:cNvSpPr txBox="1"/>
          <p:nvPr/>
        </p:nvSpPr>
        <p:spPr>
          <a:xfrm>
            <a:off x="2016632" y="1698193"/>
            <a:ext cx="98705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 marR="5080" indent="-1899285" algn="just">
              <a:lnSpc>
                <a:spcPct val="100000"/>
              </a:lnSpc>
              <a:spcBef>
                <a:spcPts val="100"/>
              </a:spcBef>
            </a:pPr>
            <a:r>
              <a:rPr lang="en-US" sz="3600" dirty="0"/>
              <a:t>        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35768" y="259079"/>
            <a:ext cx="1155192" cy="11033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76CB27-6084-1003-8A54-C0ACDFB54BB0}"/>
              </a:ext>
            </a:extLst>
          </p:cNvPr>
          <p:cNvSpPr/>
          <p:nvPr/>
        </p:nvSpPr>
        <p:spPr>
          <a:xfrm>
            <a:off x="1952596" y="2000240"/>
            <a:ext cx="8751916" cy="18249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Splitting a Sales Dataset into Monthly Subsets Using 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tidyr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3AFB8-85A7-5C28-7F52-F1F08E4EC6F3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F5FE4-2375-33E5-79AF-C0BDB82CDAD5}"/>
              </a:ext>
            </a:extLst>
          </p:cNvPr>
          <p:cNvSpPr txBox="1"/>
          <p:nvPr/>
        </p:nvSpPr>
        <p:spPr>
          <a:xfrm>
            <a:off x="11712624" y="6485274"/>
            <a:ext cx="187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844076"/>
          </a:xfrm>
          <a:prstGeom prst="rect">
            <a:avLst/>
          </a:prstGeom>
        </p:spPr>
        <p:txBody>
          <a:bodyPr vert="horz" wrap="square" lIns="0" tIns="348233" rIns="0" bIns="0" rtlCol="0">
            <a:spAutoFit/>
          </a:bodyPr>
          <a:lstStyle/>
          <a:p>
            <a:pPr marL="130492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PRESENTATION</a:t>
            </a:r>
            <a:r>
              <a:rPr spc="-140" dirty="0"/>
              <a:t> </a:t>
            </a:r>
            <a:r>
              <a:rPr spc="-10" dirty="0"/>
              <a:t>OVERVIEW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0844" y="1795652"/>
            <a:ext cx="9257122" cy="41095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50000"/>
              </a:lnSpc>
              <a:spcBef>
                <a:spcPts val="90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0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its drawback</a:t>
            </a: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and advantages</a:t>
            </a: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</a:t>
            </a: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Dataflow diagram</a:t>
            </a: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split-up</a:t>
            </a: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explanation</a:t>
            </a: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"/>
              <a:tabLst>
                <a:tab pos="356870" algn="l"/>
              </a:tabLst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714" y="222888"/>
            <a:ext cx="1057189" cy="1048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35768" y="259079"/>
            <a:ext cx="1155192" cy="11033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1E15BC-DDB3-8E9C-B438-745DC470F126}"/>
              </a:ext>
            </a:extLst>
          </p:cNvPr>
          <p:cNvSpPr txBox="1"/>
          <p:nvPr/>
        </p:nvSpPr>
        <p:spPr>
          <a:xfrm>
            <a:off x="0" y="65053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5B3FA-937A-9CC1-E446-C8FD2907E989}"/>
              </a:ext>
            </a:extLst>
          </p:cNvPr>
          <p:cNvSpPr txBox="1"/>
          <p:nvPr/>
        </p:nvSpPr>
        <p:spPr>
          <a:xfrm>
            <a:off x="11640616" y="6518413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9786" y="571480"/>
            <a:ext cx="7685532" cy="1081188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OBJECTIVE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0A57D1-F46C-DF5D-856A-1320AF7B467F}"/>
              </a:ext>
            </a:extLst>
          </p:cNvPr>
          <p:cNvSpPr/>
          <p:nvPr/>
        </p:nvSpPr>
        <p:spPr>
          <a:xfrm>
            <a:off x="1780584" y="2199464"/>
            <a:ext cx="8743936" cy="12296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63525" indent="-263525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how to effectively split a large sales dataset into monthly subsets using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in 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58F163-7D64-B9E3-0EBB-67F43AE1D8E3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FD722-441B-31FF-9B01-EB533230B456}"/>
              </a:ext>
            </a:extLst>
          </p:cNvPr>
          <p:cNvSpPr txBox="1"/>
          <p:nvPr/>
        </p:nvSpPr>
        <p:spPr>
          <a:xfrm>
            <a:off x="11784632" y="6488668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03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6748" y="763220"/>
            <a:ext cx="7685532" cy="856387"/>
          </a:xfrm>
          <a:prstGeom prst="rect">
            <a:avLst/>
          </a:prstGeom>
        </p:spPr>
        <p:txBody>
          <a:bodyPr vert="horz" wrap="square" lIns="0" tIns="360425" rIns="0" bIns="0" rtlCol="0">
            <a:spAutoFit/>
          </a:bodyPr>
          <a:lstStyle/>
          <a:p>
            <a:pPr marL="1034415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lang="en-IN" dirty="0"/>
              <a:t> STATEMENT</a:t>
            </a:r>
            <a:endParaRPr spc="-2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588" y="571480"/>
            <a:ext cx="1057189" cy="10481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CC2B92-DF35-88A6-DBE1-FD2C8604B130}"/>
              </a:ext>
            </a:extLst>
          </p:cNvPr>
          <p:cNvSpPr/>
          <p:nvPr/>
        </p:nvSpPr>
        <p:spPr>
          <a:xfrm>
            <a:off x="1775520" y="2348880"/>
            <a:ext cx="8887382" cy="24590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sales datasets are often hard to analyze in bulk.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splitting is time-consuming and error-prone.</a:t>
            </a:r>
          </a:p>
          <a:p>
            <a:pPr marL="263525" indent="-263525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dynamic and automated data separation methods hampers data exploration.</a:t>
            </a: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53C14-6C0C-C3A0-5BE1-C7829ABFF290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C897C-DE1E-49C9-5908-ED45D2B9A251}"/>
              </a:ext>
            </a:extLst>
          </p:cNvPr>
          <p:cNvSpPr txBox="1"/>
          <p:nvPr/>
        </p:nvSpPr>
        <p:spPr>
          <a:xfrm>
            <a:off x="11712624" y="6524064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04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9456" y="305029"/>
            <a:ext cx="9361040" cy="1779154"/>
          </a:xfrm>
          <a:prstGeom prst="rect">
            <a:avLst/>
          </a:prstGeom>
        </p:spPr>
        <p:txBody>
          <a:bodyPr vert="horz" wrap="square" lIns="0" tIns="512267" rIns="0" bIns="0" rtlCol="0">
            <a:spAutoFit/>
          </a:bodyPr>
          <a:lstStyle/>
          <a:p>
            <a:pPr marL="755650" lvl="1" indent="-285750" algn="ctr">
              <a:lnSpc>
                <a:spcPct val="100000"/>
              </a:lnSpc>
              <a:spcBef>
                <a:spcPts val="5"/>
              </a:spcBef>
              <a:tabLst>
                <a:tab pos="755650" algn="l"/>
              </a:tabLst>
            </a:pPr>
            <a:r>
              <a:rPr lang="en-US" sz="3200" b="1" dirty="0">
                <a:solidFill>
                  <a:srgbClr val="FF0066"/>
                </a:solidFill>
              </a:rPr>
              <a:t>EXISTING SYSTEM AND ITS DRAWBACK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3200" dirty="0">
                <a:latin typeface="Arial"/>
                <a:cs typeface="Arial"/>
              </a:rPr>
            </a:br>
            <a:endParaRPr lang="en-IN"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726270" y="1746294"/>
            <a:ext cx="9986354" cy="4131943"/>
          </a:xfrm>
          <a:prstGeom prst="rect">
            <a:avLst/>
          </a:prstGeom>
        </p:spPr>
        <p:txBody>
          <a:bodyPr vert="horz" wrap="square" lIns="0" tIns="527282" rIns="0" bIns="0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Filtering or Excel-Based Splitting: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system for splitting attendance or time-series data by month is largely manual and Excel-based.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method is labor-intensive, error-prone, and inefficient, particularly for large datasets or repeated monthly tasks.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588" y="571480"/>
            <a:ext cx="1057189" cy="1048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0842" y="642918"/>
            <a:ext cx="1155192" cy="1103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821C66-A844-0C78-0A7A-C2D5D5B25A74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12686-0ADA-1657-D33D-ADE1B02B09E9}"/>
              </a:ext>
            </a:extLst>
          </p:cNvPr>
          <p:cNvSpPr txBox="1"/>
          <p:nvPr/>
        </p:nvSpPr>
        <p:spPr>
          <a:xfrm>
            <a:off x="11712624" y="6488668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05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1C83-90A9-8095-89F8-D35E65C8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9E0832-BB4C-E12C-0484-286EF6870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9456" y="332656"/>
            <a:ext cx="9361040" cy="1779154"/>
          </a:xfrm>
          <a:prstGeom prst="rect">
            <a:avLst/>
          </a:prstGeom>
        </p:spPr>
        <p:txBody>
          <a:bodyPr vert="horz" wrap="square" lIns="0" tIns="512267" rIns="0" bIns="0" rtlCol="0">
            <a:spAutoFit/>
          </a:bodyPr>
          <a:lstStyle/>
          <a:p>
            <a:pPr marL="755650" lvl="1" indent="-285750" algn="ctr">
              <a:lnSpc>
                <a:spcPct val="100000"/>
              </a:lnSpc>
              <a:spcBef>
                <a:spcPts val="5"/>
              </a:spcBef>
              <a:tabLst>
                <a:tab pos="755650" algn="l"/>
              </a:tabLst>
            </a:pPr>
            <a:r>
              <a:rPr lang="en-US" sz="3200" b="1" dirty="0">
                <a:solidFill>
                  <a:srgbClr val="FF0066"/>
                </a:solidFill>
              </a:rPr>
              <a:t>EXISTING SYSTEM AND ITS DRAWBACK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3200" dirty="0">
                <a:latin typeface="Arial"/>
                <a:cs typeface="Arial"/>
              </a:rPr>
            </a:br>
            <a:endParaRPr lang="en-IN" spc="-2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0F7AA76-42C1-951F-CB80-3DA421BB3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7608" y="1619607"/>
            <a:ext cx="7613513" cy="4747496"/>
          </a:xfrm>
          <a:prstGeom prst="rect">
            <a:avLst/>
          </a:prstGeom>
        </p:spPr>
        <p:txBody>
          <a:bodyPr vert="horz" wrap="square" lIns="0" tIns="527282" rIns="0" bIns="0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</a:t>
            </a:r>
          </a:p>
          <a:p>
            <a:pPr marL="265113" indent="-26511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time and effort.</a:t>
            </a:r>
          </a:p>
          <a:p>
            <a:pPr marL="265113" indent="-26511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Prone to human error.</a:t>
            </a:r>
          </a:p>
          <a:p>
            <a:pPr marL="265113" indent="-26511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 for real-time or large datasets. </a:t>
            </a:r>
          </a:p>
          <a:p>
            <a:pPr marL="265113" indent="-26511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Repetitive Workflow</a:t>
            </a:r>
          </a:p>
          <a:p>
            <a:pPr marL="265113" indent="-26511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Automation </a:t>
            </a:r>
          </a:p>
          <a:p>
            <a:pPr marL="265113" indent="-26511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User Control </a:t>
            </a: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32D71D5-28D1-5206-D019-A74D7E393A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588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23ADF0D-B71D-473E-416F-4638DED58E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0842" y="642918"/>
            <a:ext cx="1155192" cy="1103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77FAC1-AFD5-07FA-061D-2685CD93BCAD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3394C-FF90-E22B-5605-D9EA491C8FF2}"/>
              </a:ext>
            </a:extLst>
          </p:cNvPr>
          <p:cNvSpPr txBox="1"/>
          <p:nvPr/>
        </p:nvSpPr>
        <p:spPr>
          <a:xfrm>
            <a:off x="11712624" y="6488668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65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9FE27-7D38-FB3E-70CD-4FD043B8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3DAF0E-8884-8745-71F6-6DCE2EA83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2712" y="571480"/>
            <a:ext cx="10992544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 algn="l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PROPOSED SYSTEM &amp; ADVANTAGES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3F4CCF1-CB4C-E87E-C124-01927EB940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728FDB2-A8D8-1A2A-2901-F83B7B2CD97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5F38A0-DD2A-E095-645B-0E3EF53F6BA7}"/>
              </a:ext>
            </a:extLst>
          </p:cNvPr>
          <p:cNvSpPr/>
          <p:nvPr/>
        </p:nvSpPr>
        <p:spPr>
          <a:xfrm>
            <a:off x="1230754" y="1606827"/>
            <a:ext cx="10447590" cy="49229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r>
              <a:rPr lang="en-US" sz="2000" dirty="0"/>
              <a:t>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replaces the current manual, Excel-based approach with a fully automated, interactive solution built using R, leveraging the capabilities of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lubridate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shiny packages.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system, users can upload raw attendance or time-stamped data in .csv format through a Shiny web interface.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automatically parses and standardizes date formats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lubridate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then groups and splits the data into monthly subsets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floor_date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group_split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functions 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dplyr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2D2DE-3D9D-0D92-FD45-149785B10C7A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B7D91-EFAD-89C8-C9DD-E725473B05F3}"/>
              </a:ext>
            </a:extLst>
          </p:cNvPr>
          <p:cNvSpPr txBox="1"/>
          <p:nvPr/>
        </p:nvSpPr>
        <p:spPr>
          <a:xfrm>
            <a:off x="11712624" y="6488668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186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676E3-6DF1-BFD5-95BF-95DF38A6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16E68D-8AC5-7BFC-5DD0-23C174DE90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2712" y="571480"/>
            <a:ext cx="10992544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 algn="l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PROPOSED SYSTEM &amp; ADVANTAGES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9774A25-849B-F2EC-7619-D29BDEE858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FDA367B-C9A7-4877-881F-4BAA7BE3617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59BEBF-D2B6-EB88-DC35-54ED9D88F7E7}"/>
              </a:ext>
            </a:extLst>
          </p:cNvPr>
          <p:cNvSpPr/>
          <p:nvPr/>
        </p:nvSpPr>
        <p:spPr>
          <a:xfrm>
            <a:off x="1470020" y="2277493"/>
            <a:ext cx="10033792" cy="30762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6985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reproducible.</a:t>
            </a:r>
          </a:p>
          <a:p>
            <a:pPr marL="6985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scale and integrate in pipelines.</a:t>
            </a:r>
          </a:p>
          <a:p>
            <a:pPr marL="6985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practices.</a:t>
            </a:r>
          </a:p>
          <a:p>
            <a:pPr marL="6985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consistency and reduces errors.</a:t>
            </a: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1D74A-D4DA-6AAC-F5EE-277101018658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50C89-1A6D-20FA-CD80-409E165B49A7}"/>
              </a:ext>
            </a:extLst>
          </p:cNvPr>
          <p:cNvSpPr txBox="1"/>
          <p:nvPr/>
        </p:nvSpPr>
        <p:spPr>
          <a:xfrm>
            <a:off x="11712624" y="6488668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48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4165" y="743934"/>
            <a:ext cx="4110354" cy="500137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lang="en-IN" sz="2800" dirty="0"/>
              <a:t>BLOCK DIAGRAM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904" y="497564"/>
            <a:ext cx="1057189" cy="10481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6480" y="442315"/>
            <a:ext cx="1155192" cy="11033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6DCFF3-02F8-BCF6-EA19-92235E7BE7BC}"/>
              </a:ext>
            </a:extLst>
          </p:cNvPr>
          <p:cNvSpPr/>
          <p:nvPr/>
        </p:nvSpPr>
        <p:spPr>
          <a:xfrm>
            <a:off x="6003631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CA34A-A175-A749-3E0A-18111FF274C7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F6AC93-5FFF-40AC-8A56-B6CC3AEECA53}"/>
              </a:ext>
            </a:extLst>
          </p:cNvPr>
          <p:cNvSpPr txBox="1"/>
          <p:nvPr/>
        </p:nvSpPr>
        <p:spPr>
          <a:xfrm>
            <a:off x="11712624" y="6488668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07</a:t>
            </a:r>
            <a:endParaRPr lang="en-IN" dirty="0"/>
          </a:p>
        </p:txBody>
      </p:sp>
      <p:pic>
        <p:nvPicPr>
          <p:cNvPr id="25" name="Picture 24" descr="A diagram of a data flow&#10;&#10;AI-generated content may be incorrect.">
            <a:extLst>
              <a:ext uri="{FF2B5EF4-FFF2-40B4-BE49-F238E27FC236}">
                <a16:creationId xmlns:a16="http://schemas.microsoft.com/office/drawing/2014/main" id="{9302AC1D-4665-F73B-BFD5-041DE7E41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58"/>
          <a:stretch>
            <a:fillRect/>
          </a:stretch>
        </p:blipFill>
        <p:spPr>
          <a:xfrm>
            <a:off x="1847528" y="1810418"/>
            <a:ext cx="8815908" cy="4212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130E45-02B2-DC04-F7A7-34B2CA5A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B0F592-23F4-4813-F208-14417D5A5D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8454" y="836712"/>
            <a:ext cx="4110354" cy="500137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lang="en-IN" sz="2800" dirty="0"/>
              <a:t>DATAFLOW DIAGRAM</a:t>
            </a:r>
            <a:endParaRPr sz="28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3F5ECFB-B755-F7A6-8A6E-87010A09B6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904" y="497564"/>
            <a:ext cx="1057189" cy="1048127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EC0F49FB-49DA-A0B9-2855-5E6CCC2D7D4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6480" y="442315"/>
            <a:ext cx="1155192" cy="11033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07B34C-5377-1F5F-6665-9B0A465AA989}"/>
              </a:ext>
            </a:extLst>
          </p:cNvPr>
          <p:cNvSpPr/>
          <p:nvPr/>
        </p:nvSpPr>
        <p:spPr>
          <a:xfrm>
            <a:off x="6003631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A2EBBB-0ECE-9120-B22D-B60219FB627A}"/>
              </a:ext>
            </a:extLst>
          </p:cNvPr>
          <p:cNvSpPr/>
          <p:nvPr/>
        </p:nvSpPr>
        <p:spPr>
          <a:xfrm>
            <a:off x="2241442" y="2005608"/>
            <a:ext cx="2952328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Import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1EAEEE-4FB6-4DC4-C100-535CBCCCB6A2}"/>
              </a:ext>
            </a:extLst>
          </p:cNvPr>
          <p:cNvSpPr/>
          <p:nvPr/>
        </p:nvSpPr>
        <p:spPr>
          <a:xfrm>
            <a:off x="7032106" y="1990368"/>
            <a:ext cx="2952328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Format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E6E3E9-6DC1-FBCC-84EA-9C1C7531F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566" y="3093691"/>
            <a:ext cx="7776868" cy="6706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E64734-C989-3C88-1060-0DDDEFEFB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0054" y="4219560"/>
            <a:ext cx="2975106" cy="6706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762906-A6B4-25F8-6243-5FD6A80B2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582" y="4204320"/>
            <a:ext cx="2975106" cy="6706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5CF422-5F2F-9B41-1340-3744BA9A9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566" y="5312198"/>
            <a:ext cx="7830122" cy="67061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33FB056D-D66E-7E3C-9365-423EA9FDABB1}"/>
              </a:ext>
            </a:extLst>
          </p:cNvPr>
          <p:cNvSpPr/>
          <p:nvPr/>
        </p:nvSpPr>
        <p:spPr>
          <a:xfrm>
            <a:off x="5735960" y="2231300"/>
            <a:ext cx="720080" cy="3048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E24BB5-1B90-8F1D-7399-5B2E08503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167" y="4371973"/>
            <a:ext cx="749873" cy="365792"/>
          </a:xfrm>
          <a:prstGeom prst="rect">
            <a:avLst/>
          </a:prstGeom>
        </p:spPr>
      </p:pic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BD5CB7E2-5E82-4237-B5D8-71F361D58424}"/>
              </a:ext>
            </a:extLst>
          </p:cNvPr>
          <p:cNvSpPr/>
          <p:nvPr/>
        </p:nvSpPr>
        <p:spPr>
          <a:xfrm rot="5613921">
            <a:off x="9882263" y="2384481"/>
            <a:ext cx="978408" cy="978408"/>
          </a:xfrm>
          <a:prstGeom prst="circular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7A852A-35B6-8C18-9EFB-B3DD3F64D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419215" y="3606860"/>
            <a:ext cx="507568" cy="9327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8D8008-B5EC-B12B-E1F2-58E25316E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1467" y="4554869"/>
            <a:ext cx="481626" cy="9327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5DC658E-0CAA-E33C-2A94-412BDDC9677E}"/>
              </a:ext>
            </a:extLst>
          </p:cNvPr>
          <p:cNvSpPr txBox="1"/>
          <p:nvPr/>
        </p:nvSpPr>
        <p:spPr>
          <a:xfrm>
            <a:off x="4258602" y="3251244"/>
            <a:ext cx="3490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Create Year-Month Column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67E5A6-ECE0-1008-04FA-C2C6540B57D6}"/>
              </a:ext>
            </a:extLst>
          </p:cNvPr>
          <p:cNvSpPr txBox="1"/>
          <p:nvPr/>
        </p:nvSpPr>
        <p:spPr>
          <a:xfrm>
            <a:off x="2734004" y="4371973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Group by Month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98B839-FB44-0733-7633-1CF1C0D927F4}"/>
              </a:ext>
            </a:extLst>
          </p:cNvPr>
          <p:cNvSpPr txBox="1"/>
          <p:nvPr/>
        </p:nvSpPr>
        <p:spPr>
          <a:xfrm>
            <a:off x="7763615" y="4338742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Split Dataset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7A33D6-19A0-5203-97E9-5A704769DB05}"/>
              </a:ext>
            </a:extLst>
          </p:cNvPr>
          <p:cNvSpPr txBox="1"/>
          <p:nvPr/>
        </p:nvSpPr>
        <p:spPr>
          <a:xfrm>
            <a:off x="4714809" y="5450408"/>
            <a:ext cx="2821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Save/Use each Month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F46CF-721F-46DF-1078-7690DC50555C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C7E6DD-EB9D-71BF-7271-1C49EA0ED418}"/>
              </a:ext>
            </a:extLst>
          </p:cNvPr>
          <p:cNvSpPr txBox="1"/>
          <p:nvPr/>
        </p:nvSpPr>
        <p:spPr>
          <a:xfrm>
            <a:off x="11712624" y="6496630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262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1996DA-4CE9-95A0-E059-5B4AF649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42352E-1222-AD91-B306-CE301726C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3512" y="612797"/>
            <a:ext cx="7560840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MODULES SPLIT-UP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07937FC-E565-42DA-F4C7-CE97FB509F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3A22A47-E328-9334-D0D2-1E3E7D5431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62CB0B-8745-ADBE-0F65-B05D2CBE12A7}"/>
              </a:ext>
            </a:extLst>
          </p:cNvPr>
          <p:cNvSpPr/>
          <p:nvPr/>
        </p:nvSpPr>
        <p:spPr>
          <a:xfrm>
            <a:off x="2009653" y="2348880"/>
            <a:ext cx="5688632" cy="30746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Import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Formatting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 Column Creation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Splitting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Export (Optional)</a:t>
            </a: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6C962-3494-6A2F-5EA8-66BC3D3AC9D3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1D48E-07C5-B41B-C47E-5476FBA29B40}"/>
              </a:ext>
            </a:extLst>
          </p:cNvPr>
          <p:cNvSpPr txBox="1"/>
          <p:nvPr/>
        </p:nvSpPr>
        <p:spPr>
          <a:xfrm>
            <a:off x="11712624" y="6515680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773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97E663-4CA0-2EA0-9CAE-BC99F620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505ADD-8E57-9B3A-CB65-08F3CC752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9456" y="682610"/>
            <a:ext cx="8712968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MODULE EXPLANATION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2F5EBC6-82BA-9C47-7D1B-053D7DF55D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89AB316-483F-9A90-FE45-750658AD7F2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DCDEF8-D4D7-E7A1-D624-2B3F20E9B3BF}"/>
              </a:ext>
            </a:extLst>
          </p:cNvPr>
          <p:cNvSpPr/>
          <p:nvPr/>
        </p:nvSpPr>
        <p:spPr>
          <a:xfrm>
            <a:off x="1481058" y="2204864"/>
            <a:ext cx="8604956" cy="30746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Import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Formatting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lubridate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fix date format.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 Column Creation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column for Year-Month.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Splitting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group_by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group_split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Export (Optional)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each month's data to a file using a loop</a:t>
            </a:r>
            <a:r>
              <a:rPr lang="en-US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99DB7-4217-67A9-1E4A-B5604C59C307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A52E1-E5D7-2242-0570-652C47255ADE}"/>
              </a:ext>
            </a:extLst>
          </p:cNvPr>
          <p:cNvSpPr txBox="1"/>
          <p:nvPr/>
        </p:nvSpPr>
        <p:spPr>
          <a:xfrm>
            <a:off x="11784632" y="6513849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9519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8DE35E-5862-FBD8-2160-4244194E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5C2895-4C89-3F77-8699-B2EDBCE69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584" y="682610"/>
            <a:ext cx="6768752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SCREENSHOT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A738CBB-461B-8787-ECD8-9261CE5AE3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DC222D4-A4D1-04D0-148B-5125F1EA86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F7B565-5828-5459-2ED6-4F51766BA4BD}"/>
              </a:ext>
            </a:extLst>
          </p:cNvPr>
          <p:cNvSpPr/>
          <p:nvPr/>
        </p:nvSpPr>
        <p:spPr>
          <a:xfrm>
            <a:off x="1631504" y="2097170"/>
            <a:ext cx="10789920" cy="6124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C56D4-3E5C-4436-B58B-04A9B6E5C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592" y="2727094"/>
            <a:ext cx="5678706" cy="28130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A30E11-1EE8-480A-9874-D3B30668AD79}"/>
              </a:ext>
            </a:extLst>
          </p:cNvPr>
          <p:cNvSpPr txBox="1"/>
          <p:nvPr/>
        </p:nvSpPr>
        <p:spPr>
          <a:xfrm>
            <a:off x="952464" y="2097170"/>
            <a:ext cx="23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CCE9E-98B0-BD65-A5E7-3A4E933DCC3E}"/>
              </a:ext>
            </a:extLst>
          </p:cNvPr>
          <p:cNvSpPr txBox="1"/>
          <p:nvPr/>
        </p:nvSpPr>
        <p:spPr>
          <a:xfrm>
            <a:off x="0" y="6474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58FCB5-6BC3-AE44-436C-4A70DF39A36F}"/>
              </a:ext>
            </a:extLst>
          </p:cNvPr>
          <p:cNvSpPr txBox="1"/>
          <p:nvPr/>
        </p:nvSpPr>
        <p:spPr>
          <a:xfrm>
            <a:off x="11712624" y="6488668"/>
            <a:ext cx="623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987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89E37F-780B-D5B9-722A-54382A8F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E7AAD2-D877-03A3-C7AD-D980737C2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584" y="682610"/>
            <a:ext cx="6768752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SCREENSHOT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7E279D4-C772-1A63-8424-A17327EC57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BD3FB53-EB5A-E3D5-A4E4-37DF8699C1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2294A4-2A8A-57EA-72FC-793568ECEEC6}"/>
              </a:ext>
            </a:extLst>
          </p:cNvPr>
          <p:cNvSpPr/>
          <p:nvPr/>
        </p:nvSpPr>
        <p:spPr>
          <a:xfrm>
            <a:off x="1703512" y="2420888"/>
            <a:ext cx="10789920" cy="6124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F59630-2DB0-4016-8012-6DEFB6F0D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616" y="2132856"/>
            <a:ext cx="8677158" cy="45522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92AF94-29C1-4CB7-877F-665FBC858E59}"/>
              </a:ext>
            </a:extLst>
          </p:cNvPr>
          <p:cNvSpPr txBox="1"/>
          <p:nvPr/>
        </p:nvSpPr>
        <p:spPr>
          <a:xfrm>
            <a:off x="952464" y="2097170"/>
            <a:ext cx="23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A1525-845D-0E1B-55CD-0640D71FE414}"/>
              </a:ext>
            </a:extLst>
          </p:cNvPr>
          <p:cNvSpPr txBox="1"/>
          <p:nvPr/>
        </p:nvSpPr>
        <p:spPr>
          <a:xfrm>
            <a:off x="0" y="6536096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7CEEB-3AAF-B0F7-506D-AD3242F4F2B1}"/>
              </a:ext>
            </a:extLst>
          </p:cNvPr>
          <p:cNvSpPr txBox="1"/>
          <p:nvPr/>
        </p:nvSpPr>
        <p:spPr>
          <a:xfrm>
            <a:off x="11784632" y="6488668"/>
            <a:ext cx="6272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542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89E37F-780B-D5B9-722A-54382A8F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E7AAD2-D877-03A3-C7AD-D980737C2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584" y="682610"/>
            <a:ext cx="6768752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SCREENSHOT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7E279D4-C772-1A63-8424-A17327EC57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BD3FB53-EB5A-E3D5-A4E4-37DF8699C1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2294A4-2A8A-57EA-72FC-793568ECEEC6}"/>
              </a:ext>
            </a:extLst>
          </p:cNvPr>
          <p:cNvSpPr/>
          <p:nvPr/>
        </p:nvSpPr>
        <p:spPr>
          <a:xfrm>
            <a:off x="1703512" y="2420888"/>
            <a:ext cx="10789920" cy="6124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02A2BD-8B53-4B2A-BEF7-ACACC7DBE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712" y="1997968"/>
            <a:ext cx="5676900" cy="114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26F78-412F-4302-8955-4EFD947C4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48" y="3483629"/>
            <a:ext cx="8568952" cy="2860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03B45D-B0C8-4708-8ECE-5AE24129B27E}"/>
              </a:ext>
            </a:extLst>
          </p:cNvPr>
          <p:cNvSpPr txBox="1"/>
          <p:nvPr/>
        </p:nvSpPr>
        <p:spPr>
          <a:xfrm>
            <a:off x="960551" y="1802844"/>
            <a:ext cx="23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B38B7-28A4-4891-BF03-CEB7FF94350B}"/>
              </a:ext>
            </a:extLst>
          </p:cNvPr>
          <p:cNvSpPr txBox="1"/>
          <p:nvPr/>
        </p:nvSpPr>
        <p:spPr>
          <a:xfrm>
            <a:off x="952464" y="3202568"/>
            <a:ext cx="23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90A285-FC08-358D-8929-9DB325544008}"/>
              </a:ext>
            </a:extLst>
          </p:cNvPr>
          <p:cNvSpPr txBox="1"/>
          <p:nvPr/>
        </p:nvSpPr>
        <p:spPr>
          <a:xfrm>
            <a:off x="0" y="6501798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DCC658-390D-774B-8A70-6ACDA55A15E4}"/>
              </a:ext>
            </a:extLst>
          </p:cNvPr>
          <p:cNvSpPr txBox="1"/>
          <p:nvPr/>
        </p:nvSpPr>
        <p:spPr>
          <a:xfrm>
            <a:off x="11784632" y="6501798"/>
            <a:ext cx="6272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en-US" spc="-10" dirty="0">
                <a:solidFill>
                  <a:schemeClr val="tx1"/>
                </a:solidFill>
                <a:latin typeface="Arial"/>
                <a:cs typeface="Arial"/>
              </a:rPr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303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89E37F-780B-D5B9-722A-54382A8F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E7AAD2-D877-03A3-C7AD-D980737C2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584" y="682610"/>
            <a:ext cx="6768752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SCREENSHOT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7E279D4-C772-1A63-8424-A17327EC57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BD3FB53-EB5A-E3D5-A4E4-37DF8699C1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2294A4-2A8A-57EA-72FC-793568ECEEC6}"/>
              </a:ext>
            </a:extLst>
          </p:cNvPr>
          <p:cNvSpPr/>
          <p:nvPr/>
        </p:nvSpPr>
        <p:spPr>
          <a:xfrm>
            <a:off x="1703512" y="2420888"/>
            <a:ext cx="10789920" cy="6124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EFE8AA-EF19-4374-8514-D9CBD4382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64" y="2144310"/>
            <a:ext cx="10069388" cy="47136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A4CF59-6398-47A6-889D-743E6F58332C}"/>
              </a:ext>
            </a:extLst>
          </p:cNvPr>
          <p:cNvSpPr txBox="1"/>
          <p:nvPr/>
        </p:nvSpPr>
        <p:spPr>
          <a:xfrm>
            <a:off x="842041" y="1774978"/>
            <a:ext cx="233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29AD8-67E1-5B1F-1C08-8F314E803BC7}"/>
              </a:ext>
            </a:extLst>
          </p:cNvPr>
          <p:cNvSpPr txBox="1"/>
          <p:nvPr/>
        </p:nvSpPr>
        <p:spPr>
          <a:xfrm>
            <a:off x="0" y="6511910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41047A-4428-1A24-6E07-7BC172ACD26F}"/>
              </a:ext>
            </a:extLst>
          </p:cNvPr>
          <p:cNvSpPr txBox="1"/>
          <p:nvPr/>
        </p:nvSpPr>
        <p:spPr>
          <a:xfrm>
            <a:off x="11712624" y="6488668"/>
            <a:ext cx="6272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en-US" spc="-10" dirty="0">
                <a:solidFill>
                  <a:schemeClr val="tx1"/>
                </a:solidFill>
                <a:latin typeface="Arial"/>
                <a:cs typeface="Arial"/>
              </a:rPr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108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F2DBEF-6138-9B69-6080-A1CF48BD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979589-9819-B3ED-05DC-7A5AD22A9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3552" y="574705"/>
            <a:ext cx="8064896" cy="825866"/>
          </a:xfrm>
          <a:prstGeom prst="rect">
            <a:avLst/>
          </a:prstGeom>
        </p:spPr>
        <p:txBody>
          <a:bodyPr vert="horz" wrap="square" lIns="0" tIns="330199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CONCLUSION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34989C3-1984-43DD-40F2-EF66E339F1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64" y="571480"/>
            <a:ext cx="1057189" cy="104812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26D6788-D1A9-DCA6-FD18-5B9C08ACEE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80" y="571480"/>
            <a:ext cx="1155192" cy="1103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27525D-B596-1A55-65C6-440690F877FB}"/>
              </a:ext>
            </a:extLst>
          </p:cNvPr>
          <p:cNvSpPr/>
          <p:nvPr/>
        </p:nvSpPr>
        <p:spPr>
          <a:xfrm>
            <a:off x="1127448" y="1961118"/>
            <a:ext cx="10725136" cy="43073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transitioning from a manual Excel-based workflow to an automated system using R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enhances the efficiency, accuracy, and scalability of monthly data splitting and analysis.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eliminating repetitive manual tasks and reducing the risk of human error, this system not only saves time but also ensures consistent and reliable results.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marks a vital step forward in data management practices, promoting automation, transparency, and data-driven decision-making</a:t>
            </a: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2F290-BAB7-5E33-3A3D-ABAB5E5E0D27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02.06.2025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DE233-F3E9-2F2C-59A5-E691C2645661}"/>
              </a:ext>
            </a:extLst>
          </p:cNvPr>
          <p:cNvSpPr txBox="1"/>
          <p:nvPr/>
        </p:nvSpPr>
        <p:spPr>
          <a:xfrm>
            <a:off x="11712624" y="6498937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" dirty="0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en-US" spc="-10" dirty="0">
                <a:solidFill>
                  <a:schemeClr val="tx1"/>
                </a:solidFill>
                <a:latin typeface="Arial"/>
                <a:cs typeface="Arial"/>
              </a:rPr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514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rot="5400000">
            <a:off x="11734800" y="1752600"/>
            <a:ext cx="3342004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800" dirty="0"/>
          </a:p>
        </p:txBody>
      </p:sp>
      <p:sp>
        <p:nvSpPr>
          <p:cNvPr id="4" name="TextBox 3"/>
          <p:cNvSpPr txBox="1"/>
          <p:nvPr/>
        </p:nvSpPr>
        <p:spPr>
          <a:xfrm>
            <a:off x="4024298" y="2714620"/>
            <a:ext cx="5240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</TotalTime>
  <Words>571</Words>
  <Application>Microsoft Office PowerPoint</Application>
  <PresentationFormat>Widescreen</PresentationFormat>
  <Paragraphs>114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K.RAMAKRISHNAN COLLEGE OF TECHNOLOGY (AUTONOMOUS), TRICHY</vt:lpstr>
      <vt:lpstr>PRESENTATION OVERVIEW</vt:lpstr>
      <vt:lpstr>OBJECTIVE</vt:lpstr>
      <vt:lpstr>PROBLEM STATEMENT</vt:lpstr>
      <vt:lpstr>EXISTING SYSTEM AND ITS DRAWBACK  </vt:lpstr>
      <vt:lpstr>EXISTING SYSTEM AND ITS DRAWBACK  </vt:lpstr>
      <vt:lpstr>PROPOSED SYSTEM &amp; ADVANTAGES</vt:lpstr>
      <vt:lpstr>PROPOSED SYSTEM &amp; ADVANTAGES</vt:lpstr>
      <vt:lpstr>BLOCK DIAGRAM</vt:lpstr>
      <vt:lpstr>DATAFLOW DIAGRAM</vt:lpstr>
      <vt:lpstr>MODULES SPLIT-UP</vt:lpstr>
      <vt:lpstr>MODULE EXPLANATION</vt:lpstr>
      <vt:lpstr>SCREENSHOT</vt:lpstr>
      <vt:lpstr>SCREENSHOT</vt:lpstr>
      <vt:lpstr>SCREENSHOT</vt:lpstr>
      <vt:lpstr>SCREENSHOT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</dc:title>
  <dc:creator>AJMAL AHAMED</dc:creator>
  <cp:lastModifiedBy>Neha Henin</cp:lastModifiedBy>
  <cp:revision>18</cp:revision>
  <dcterms:created xsi:type="dcterms:W3CDTF">2024-06-16T11:32:42Z</dcterms:created>
  <dcterms:modified xsi:type="dcterms:W3CDTF">2025-05-29T06:32:25Z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2024-06-16T00:00:00Z</vt:filetime>
  </property>
  <property fmtid="{D5CDD505-2E9C-101B-9397-08002B2CF9AE}" pid="3" name="Producer">
    <vt:lpwstr>iLovePDF</vt:lpwstr>
  </property>
</Properties>
</file>